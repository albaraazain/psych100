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6" r:id="rId9"/>
    <p:sldId id="262" r:id="rId10"/>
    <p:sldId id="263" r:id="rId11"/>
    <p:sldId id="264" r:id="rId12"/>
    <p:sldId id="265"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2" r:id="rId35"/>
    <p:sldId id="303" r:id="rId36"/>
    <p:sldId id="293" r:id="rId37"/>
    <p:sldId id="288" r:id="rId38"/>
    <p:sldId id="289" r:id="rId39"/>
    <p:sldId id="302" r:id="rId40"/>
    <p:sldId id="290" r:id="rId41"/>
    <p:sldId id="294" r:id="rId42"/>
    <p:sldId id="291" r:id="rId43"/>
    <p:sldId id="295" r:id="rId44"/>
    <p:sldId id="296" r:id="rId45"/>
    <p:sldId id="297" r:id="rId46"/>
    <p:sldId id="298" r:id="rId47"/>
    <p:sldId id="304" r:id="rId48"/>
    <p:sldId id="299" r:id="rId49"/>
    <p:sldId id="305" r:id="rId50"/>
    <p:sldId id="300" r:id="rId51"/>
    <p:sldId id="306" r:id="rId52"/>
    <p:sldId id="30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97" autoAdjust="0"/>
    <p:restoredTop sz="94660"/>
  </p:normalViewPr>
  <p:slideViewPr>
    <p:cSldViewPr snapToGrid="0">
      <p:cViewPr>
        <p:scale>
          <a:sx n="66" d="100"/>
          <a:sy n="66" d="100"/>
        </p:scale>
        <p:origin x="446"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FF5063C-4313-4A97-9B6F-8DD4944319B5}"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B9905513-43C2-4752-AC5E-0DC9207857F8}">
      <dgm:prSet/>
      <dgm:spPr/>
      <dgm:t>
        <a:bodyPr/>
        <a:lstStyle/>
        <a:p>
          <a:r>
            <a:rPr lang="en-GB" b="0" i="0"/>
            <a:t>What is abnormality?</a:t>
          </a:r>
          <a:endParaRPr lang="en-US"/>
        </a:p>
      </dgm:t>
    </dgm:pt>
    <dgm:pt modelId="{F265BE5C-B813-4AA1-AFD7-0CC037E0ADED}" cxnId="{C309F345-48D6-4677-8179-BCBB6468E0D5}" type="parTrans">
      <dgm:prSet/>
      <dgm:spPr/>
      <dgm:t>
        <a:bodyPr/>
        <a:lstStyle/>
        <a:p>
          <a:endParaRPr lang="en-US"/>
        </a:p>
      </dgm:t>
    </dgm:pt>
    <dgm:pt modelId="{1AE236CE-DC40-420D-BB01-24E96A7D5F71}" cxnId="{C309F345-48D6-4677-8179-BCBB6468E0D5}" type="sibTrans">
      <dgm:prSet/>
      <dgm:spPr/>
      <dgm:t>
        <a:bodyPr/>
        <a:lstStyle/>
        <a:p>
          <a:endParaRPr lang="en-US"/>
        </a:p>
      </dgm:t>
    </dgm:pt>
    <dgm:pt modelId="{2CC67225-3A92-4D7B-A6BB-A3EC1DA6F955}">
      <dgm:prSet/>
      <dgm:spPr/>
      <dgm:t>
        <a:bodyPr/>
        <a:lstStyle/>
        <a:p>
          <a:r>
            <a:rPr lang="en-GB" b="0" i="0" dirty="0"/>
            <a:t>The classification of mental disorders</a:t>
          </a:r>
          <a:endParaRPr lang="en-US" dirty="0"/>
        </a:p>
      </dgm:t>
    </dgm:pt>
    <dgm:pt modelId="{D4127F0F-95B6-4E63-AAA0-82CAC7E8E5C3}" cxnId="{189A6345-16B4-491D-B197-0D2E0B3CFFE2}" type="parTrans">
      <dgm:prSet/>
      <dgm:spPr/>
      <dgm:t>
        <a:bodyPr/>
        <a:lstStyle/>
        <a:p>
          <a:endParaRPr lang="en-US"/>
        </a:p>
      </dgm:t>
    </dgm:pt>
    <dgm:pt modelId="{CFE876CA-8000-4D63-B8F5-47FE6B630AE5}" cxnId="{189A6345-16B4-491D-B197-0D2E0B3CFFE2}" type="sibTrans">
      <dgm:prSet/>
      <dgm:spPr/>
      <dgm:t>
        <a:bodyPr/>
        <a:lstStyle/>
        <a:p>
          <a:endParaRPr lang="en-US"/>
        </a:p>
      </dgm:t>
    </dgm:pt>
    <dgm:pt modelId="{126D2138-F830-40D5-91AE-3CE7EF684954}">
      <dgm:prSet/>
      <dgm:spPr/>
      <dgm:t>
        <a:bodyPr/>
        <a:lstStyle/>
        <a:p>
          <a:r>
            <a:rPr lang="en-GB" b="0" i="0"/>
            <a:t>Anxiety disorders</a:t>
          </a:r>
          <a:endParaRPr lang="en-US"/>
        </a:p>
      </dgm:t>
    </dgm:pt>
    <dgm:pt modelId="{1C0D9D0D-011F-4543-9062-2B9688097712}" cxnId="{ABDE8CA8-09B2-4595-A93E-B7E46113C8F1}" type="parTrans">
      <dgm:prSet/>
      <dgm:spPr/>
      <dgm:t>
        <a:bodyPr/>
        <a:lstStyle/>
        <a:p>
          <a:endParaRPr lang="en-US"/>
        </a:p>
      </dgm:t>
    </dgm:pt>
    <dgm:pt modelId="{BB9611E5-0506-4E58-9C89-1CEDE88B73DF}" cxnId="{ABDE8CA8-09B2-4595-A93E-B7E46113C8F1}" type="sibTrans">
      <dgm:prSet/>
      <dgm:spPr/>
      <dgm:t>
        <a:bodyPr/>
        <a:lstStyle/>
        <a:p>
          <a:endParaRPr lang="en-US"/>
        </a:p>
      </dgm:t>
    </dgm:pt>
    <dgm:pt modelId="{775196D0-F3B8-469F-8D81-A348B38AED88}">
      <dgm:prSet/>
      <dgm:spPr/>
      <dgm:t>
        <a:bodyPr/>
        <a:lstStyle/>
        <a:p>
          <a:r>
            <a:rPr lang="en-GB" b="0" i="0"/>
            <a:t>Obsessive-compulsive and related disorders</a:t>
          </a:r>
          <a:endParaRPr lang="en-US"/>
        </a:p>
      </dgm:t>
    </dgm:pt>
    <dgm:pt modelId="{36CB832D-FED7-4F89-89F1-C31DFE109D2D}" cxnId="{B8CA83F8-4D21-414E-94A8-7AD6E30B6BF8}" type="parTrans">
      <dgm:prSet/>
      <dgm:spPr/>
      <dgm:t>
        <a:bodyPr/>
        <a:lstStyle/>
        <a:p>
          <a:endParaRPr lang="en-US"/>
        </a:p>
      </dgm:t>
    </dgm:pt>
    <dgm:pt modelId="{A3AEA7FA-06CB-4220-A2F1-BF4892BB5FD6}" cxnId="{B8CA83F8-4D21-414E-94A8-7AD6E30B6BF8}" type="sibTrans">
      <dgm:prSet/>
      <dgm:spPr/>
      <dgm:t>
        <a:bodyPr/>
        <a:lstStyle/>
        <a:p>
          <a:endParaRPr lang="en-US"/>
        </a:p>
      </dgm:t>
    </dgm:pt>
    <dgm:pt modelId="{6279F5DC-1D17-42FB-AEDE-D2B0C60B97AA}">
      <dgm:prSet/>
      <dgm:spPr/>
      <dgm:t>
        <a:bodyPr/>
        <a:lstStyle/>
        <a:p>
          <a:r>
            <a:rPr lang="en-GB" b="0" i="0"/>
            <a:t>Depressive and bipolar disorders</a:t>
          </a:r>
          <a:endParaRPr lang="en-US"/>
        </a:p>
      </dgm:t>
    </dgm:pt>
    <dgm:pt modelId="{712F994E-FAF0-42CC-A887-74C9564091AD}" cxnId="{8200EA2E-72E3-4FB2-BD64-813918AD55AF}" type="parTrans">
      <dgm:prSet/>
      <dgm:spPr/>
      <dgm:t>
        <a:bodyPr/>
        <a:lstStyle/>
        <a:p>
          <a:endParaRPr lang="en-US"/>
        </a:p>
      </dgm:t>
    </dgm:pt>
    <dgm:pt modelId="{B038CE8A-2C69-4DAF-8508-5615E7E2128C}" cxnId="{8200EA2E-72E3-4FB2-BD64-813918AD55AF}" type="sibTrans">
      <dgm:prSet/>
      <dgm:spPr/>
      <dgm:t>
        <a:bodyPr/>
        <a:lstStyle/>
        <a:p>
          <a:endParaRPr lang="en-US"/>
        </a:p>
      </dgm:t>
    </dgm:pt>
    <dgm:pt modelId="{F2E17F0E-B1ED-4464-8661-4423C9BD015F}">
      <dgm:prSet/>
      <dgm:spPr/>
      <dgm:t>
        <a:bodyPr/>
        <a:lstStyle/>
        <a:p>
          <a:r>
            <a:rPr lang="en-GB" b="0" i="0"/>
            <a:t>Schizophrenia spectrum</a:t>
          </a:r>
          <a:endParaRPr lang="en-US"/>
        </a:p>
      </dgm:t>
    </dgm:pt>
    <dgm:pt modelId="{68BC0F47-CCEC-4CD5-962F-A8008945AA84}" cxnId="{C00A735E-B308-4BE1-BC7F-3FA031E240C3}" type="parTrans">
      <dgm:prSet/>
      <dgm:spPr/>
      <dgm:t>
        <a:bodyPr/>
        <a:lstStyle/>
        <a:p>
          <a:endParaRPr lang="en-US"/>
        </a:p>
      </dgm:t>
    </dgm:pt>
    <dgm:pt modelId="{13AA90E2-21CC-43A5-8A10-561CD491F574}" cxnId="{C00A735E-B308-4BE1-BC7F-3FA031E240C3}" type="sibTrans">
      <dgm:prSet/>
      <dgm:spPr/>
      <dgm:t>
        <a:bodyPr/>
        <a:lstStyle/>
        <a:p>
          <a:endParaRPr lang="en-US"/>
        </a:p>
      </dgm:t>
    </dgm:pt>
    <dgm:pt modelId="{4FDC1050-DEAC-4E6F-A5B3-2AB7652111E9}">
      <dgm:prSet/>
      <dgm:spPr/>
      <dgm:t>
        <a:bodyPr/>
        <a:lstStyle/>
        <a:p>
          <a:r>
            <a:rPr lang="en-GB" b="0" i="0"/>
            <a:t>Personality disorders</a:t>
          </a:r>
          <a:endParaRPr lang="en-US"/>
        </a:p>
      </dgm:t>
    </dgm:pt>
    <dgm:pt modelId="{4A012D99-7B7E-48F8-BDC2-15993C5481E8}" cxnId="{9DFBC554-B07C-42BF-9F59-8B2461ABA95F}" type="parTrans">
      <dgm:prSet/>
      <dgm:spPr/>
      <dgm:t>
        <a:bodyPr/>
        <a:lstStyle/>
        <a:p>
          <a:endParaRPr lang="en-US"/>
        </a:p>
      </dgm:t>
    </dgm:pt>
    <dgm:pt modelId="{6593B0EA-1FD0-4B29-B75F-B8BD29C6DA59}" cxnId="{9DFBC554-B07C-42BF-9F59-8B2461ABA95F}" type="sibTrans">
      <dgm:prSet/>
      <dgm:spPr/>
      <dgm:t>
        <a:bodyPr/>
        <a:lstStyle/>
        <a:p>
          <a:endParaRPr lang="en-US"/>
        </a:p>
      </dgm:t>
    </dgm:pt>
    <dgm:pt modelId="{DE2F3063-1DE7-47E1-8662-2C71F710546C}" type="pres">
      <dgm:prSet presAssocID="{AFF5063C-4313-4A97-9B6F-8DD4944319B5}" presName="vert0" presStyleCnt="0">
        <dgm:presLayoutVars>
          <dgm:dir/>
          <dgm:animOne val="branch"/>
          <dgm:animLvl val="lvl"/>
        </dgm:presLayoutVars>
      </dgm:prSet>
      <dgm:spPr/>
    </dgm:pt>
    <dgm:pt modelId="{57AC676A-D6D4-4B7F-BF72-23C2A339D120}" type="pres">
      <dgm:prSet presAssocID="{B9905513-43C2-4752-AC5E-0DC9207857F8}" presName="thickLine" presStyleLbl="alignNode1" presStyleIdx="0" presStyleCnt="7"/>
      <dgm:spPr/>
    </dgm:pt>
    <dgm:pt modelId="{62AE0365-5704-4ECD-A40C-630ADE2B87B1}" type="pres">
      <dgm:prSet presAssocID="{B9905513-43C2-4752-AC5E-0DC9207857F8}" presName="horz1" presStyleCnt="0"/>
      <dgm:spPr/>
    </dgm:pt>
    <dgm:pt modelId="{E5301BFF-21E7-4661-8C28-DE990F957C53}" type="pres">
      <dgm:prSet presAssocID="{B9905513-43C2-4752-AC5E-0DC9207857F8}" presName="tx1" presStyleLbl="revTx" presStyleIdx="0" presStyleCnt="7"/>
      <dgm:spPr/>
    </dgm:pt>
    <dgm:pt modelId="{2DD6AED8-57A9-4CDE-A8E3-8A347D98BC5E}" type="pres">
      <dgm:prSet presAssocID="{B9905513-43C2-4752-AC5E-0DC9207857F8}" presName="vert1" presStyleCnt="0"/>
      <dgm:spPr/>
    </dgm:pt>
    <dgm:pt modelId="{027152E6-6E40-425F-9E98-FC2B66F75B2C}" type="pres">
      <dgm:prSet presAssocID="{2CC67225-3A92-4D7B-A6BB-A3EC1DA6F955}" presName="thickLine" presStyleLbl="alignNode1" presStyleIdx="1" presStyleCnt="7"/>
      <dgm:spPr/>
    </dgm:pt>
    <dgm:pt modelId="{F5935C85-FB3E-423C-A80B-4D97FEC3E338}" type="pres">
      <dgm:prSet presAssocID="{2CC67225-3A92-4D7B-A6BB-A3EC1DA6F955}" presName="horz1" presStyleCnt="0"/>
      <dgm:spPr/>
    </dgm:pt>
    <dgm:pt modelId="{E0271D81-0EEA-4F5D-8565-FDE2FB6A7553}" type="pres">
      <dgm:prSet presAssocID="{2CC67225-3A92-4D7B-A6BB-A3EC1DA6F955}" presName="tx1" presStyleLbl="revTx" presStyleIdx="1" presStyleCnt="7"/>
      <dgm:spPr/>
    </dgm:pt>
    <dgm:pt modelId="{176F5D82-C4F5-4C1B-B06C-DE8B82ED1DDA}" type="pres">
      <dgm:prSet presAssocID="{2CC67225-3A92-4D7B-A6BB-A3EC1DA6F955}" presName="vert1" presStyleCnt="0"/>
      <dgm:spPr/>
    </dgm:pt>
    <dgm:pt modelId="{30EA391C-D8E8-4255-89CF-FFE0A434B88A}" type="pres">
      <dgm:prSet presAssocID="{126D2138-F830-40D5-91AE-3CE7EF684954}" presName="thickLine" presStyleLbl="alignNode1" presStyleIdx="2" presStyleCnt="7"/>
      <dgm:spPr/>
    </dgm:pt>
    <dgm:pt modelId="{C1158709-951A-4A92-BD6E-60F16A1DE6BA}" type="pres">
      <dgm:prSet presAssocID="{126D2138-F830-40D5-91AE-3CE7EF684954}" presName="horz1" presStyleCnt="0"/>
      <dgm:spPr/>
    </dgm:pt>
    <dgm:pt modelId="{4CD3AC03-8063-4779-A210-65EEB890D8D7}" type="pres">
      <dgm:prSet presAssocID="{126D2138-F830-40D5-91AE-3CE7EF684954}" presName="tx1" presStyleLbl="revTx" presStyleIdx="2" presStyleCnt="7"/>
      <dgm:spPr/>
    </dgm:pt>
    <dgm:pt modelId="{0EBEFE34-7A13-4154-9E37-DDA3E66B3991}" type="pres">
      <dgm:prSet presAssocID="{126D2138-F830-40D5-91AE-3CE7EF684954}" presName="vert1" presStyleCnt="0"/>
      <dgm:spPr/>
    </dgm:pt>
    <dgm:pt modelId="{0CA223EB-6D8D-4BD3-9F31-67C9EF60CF10}" type="pres">
      <dgm:prSet presAssocID="{775196D0-F3B8-469F-8D81-A348B38AED88}" presName="thickLine" presStyleLbl="alignNode1" presStyleIdx="3" presStyleCnt="7"/>
      <dgm:spPr/>
    </dgm:pt>
    <dgm:pt modelId="{63E9EEB8-8072-492E-9D18-FBD047EBC354}" type="pres">
      <dgm:prSet presAssocID="{775196D0-F3B8-469F-8D81-A348B38AED88}" presName="horz1" presStyleCnt="0"/>
      <dgm:spPr/>
    </dgm:pt>
    <dgm:pt modelId="{83881343-EF31-4791-8681-12C575A4BB38}" type="pres">
      <dgm:prSet presAssocID="{775196D0-F3B8-469F-8D81-A348B38AED88}" presName="tx1" presStyleLbl="revTx" presStyleIdx="3" presStyleCnt="7"/>
      <dgm:spPr/>
    </dgm:pt>
    <dgm:pt modelId="{421551EF-D0AE-4F34-8C3A-2337668BE91A}" type="pres">
      <dgm:prSet presAssocID="{775196D0-F3B8-469F-8D81-A348B38AED88}" presName="vert1" presStyleCnt="0"/>
      <dgm:spPr/>
    </dgm:pt>
    <dgm:pt modelId="{63D3607C-8E4A-4DA8-965F-74D58AC9C376}" type="pres">
      <dgm:prSet presAssocID="{6279F5DC-1D17-42FB-AEDE-D2B0C60B97AA}" presName="thickLine" presStyleLbl="alignNode1" presStyleIdx="4" presStyleCnt="7"/>
      <dgm:spPr/>
    </dgm:pt>
    <dgm:pt modelId="{0900088A-E9C5-4325-A1B7-D2BAF57F80FB}" type="pres">
      <dgm:prSet presAssocID="{6279F5DC-1D17-42FB-AEDE-D2B0C60B97AA}" presName="horz1" presStyleCnt="0"/>
      <dgm:spPr/>
    </dgm:pt>
    <dgm:pt modelId="{C02F499E-7689-4660-8B09-1D1C358EA414}" type="pres">
      <dgm:prSet presAssocID="{6279F5DC-1D17-42FB-AEDE-D2B0C60B97AA}" presName="tx1" presStyleLbl="revTx" presStyleIdx="4" presStyleCnt="7"/>
      <dgm:spPr/>
    </dgm:pt>
    <dgm:pt modelId="{3E2753D7-9F44-4A71-8078-836A505B95A1}" type="pres">
      <dgm:prSet presAssocID="{6279F5DC-1D17-42FB-AEDE-D2B0C60B97AA}" presName="vert1" presStyleCnt="0"/>
      <dgm:spPr/>
    </dgm:pt>
    <dgm:pt modelId="{0B6EF0A4-3A4B-4081-9F71-5900860D97A6}" type="pres">
      <dgm:prSet presAssocID="{F2E17F0E-B1ED-4464-8661-4423C9BD015F}" presName="thickLine" presStyleLbl="alignNode1" presStyleIdx="5" presStyleCnt="7"/>
      <dgm:spPr/>
    </dgm:pt>
    <dgm:pt modelId="{2D90918B-3939-4E46-BD6E-B1AE753D3A11}" type="pres">
      <dgm:prSet presAssocID="{F2E17F0E-B1ED-4464-8661-4423C9BD015F}" presName="horz1" presStyleCnt="0"/>
      <dgm:spPr/>
    </dgm:pt>
    <dgm:pt modelId="{265BC6E1-F840-45E8-B2D0-B226DD190CF1}" type="pres">
      <dgm:prSet presAssocID="{F2E17F0E-B1ED-4464-8661-4423C9BD015F}" presName="tx1" presStyleLbl="revTx" presStyleIdx="5" presStyleCnt="7"/>
      <dgm:spPr/>
    </dgm:pt>
    <dgm:pt modelId="{6E96ED6A-EEEC-4656-A569-F53C28E72C26}" type="pres">
      <dgm:prSet presAssocID="{F2E17F0E-B1ED-4464-8661-4423C9BD015F}" presName="vert1" presStyleCnt="0"/>
      <dgm:spPr/>
    </dgm:pt>
    <dgm:pt modelId="{F48B3176-C649-4803-BBE0-690AF4675597}" type="pres">
      <dgm:prSet presAssocID="{4FDC1050-DEAC-4E6F-A5B3-2AB7652111E9}" presName="thickLine" presStyleLbl="alignNode1" presStyleIdx="6" presStyleCnt="7"/>
      <dgm:spPr/>
    </dgm:pt>
    <dgm:pt modelId="{54030121-B816-43D4-8517-DF7EB7849D4E}" type="pres">
      <dgm:prSet presAssocID="{4FDC1050-DEAC-4E6F-A5B3-2AB7652111E9}" presName="horz1" presStyleCnt="0"/>
      <dgm:spPr/>
    </dgm:pt>
    <dgm:pt modelId="{BC5357FC-171C-47F7-8D0D-DC64F2D08DAB}" type="pres">
      <dgm:prSet presAssocID="{4FDC1050-DEAC-4E6F-A5B3-2AB7652111E9}" presName="tx1" presStyleLbl="revTx" presStyleIdx="6" presStyleCnt="7"/>
      <dgm:spPr/>
    </dgm:pt>
    <dgm:pt modelId="{753818E2-634B-4FDE-B1A8-856848FB14CE}" type="pres">
      <dgm:prSet presAssocID="{4FDC1050-DEAC-4E6F-A5B3-2AB7652111E9}" presName="vert1" presStyleCnt="0"/>
      <dgm:spPr/>
    </dgm:pt>
  </dgm:ptLst>
  <dgm:cxnLst>
    <dgm:cxn modelId="{48D8670A-E65D-4CE7-BE24-55B9A32FA59F}" type="presOf" srcId="{B9905513-43C2-4752-AC5E-0DC9207857F8}" destId="{E5301BFF-21E7-4661-8C28-DE990F957C53}" srcOrd="0" destOrd="0" presId="urn:microsoft.com/office/officeart/2008/layout/LinedList"/>
    <dgm:cxn modelId="{8200EA2E-72E3-4FB2-BD64-813918AD55AF}" srcId="{AFF5063C-4313-4A97-9B6F-8DD4944319B5}" destId="{6279F5DC-1D17-42FB-AEDE-D2B0C60B97AA}" srcOrd="4" destOrd="0" parTransId="{712F994E-FAF0-42CC-A887-74C9564091AD}" sibTransId="{B038CE8A-2C69-4DAF-8508-5615E7E2128C}"/>
    <dgm:cxn modelId="{E6A5103A-8138-4447-A67A-92B3DED58EB6}" type="presOf" srcId="{2CC67225-3A92-4D7B-A6BB-A3EC1DA6F955}" destId="{E0271D81-0EEA-4F5D-8565-FDE2FB6A7553}" srcOrd="0" destOrd="0" presId="urn:microsoft.com/office/officeart/2008/layout/LinedList"/>
    <dgm:cxn modelId="{C00A735E-B308-4BE1-BC7F-3FA031E240C3}" srcId="{AFF5063C-4313-4A97-9B6F-8DD4944319B5}" destId="{F2E17F0E-B1ED-4464-8661-4423C9BD015F}" srcOrd="5" destOrd="0" parTransId="{68BC0F47-CCEC-4CD5-962F-A8008945AA84}" sibTransId="{13AA90E2-21CC-43A5-8A10-561CD491F574}"/>
    <dgm:cxn modelId="{EDCCA441-6EEC-4321-BA85-49E8AAB0FD4D}" type="presOf" srcId="{126D2138-F830-40D5-91AE-3CE7EF684954}" destId="{4CD3AC03-8063-4779-A210-65EEB890D8D7}" srcOrd="0" destOrd="0" presId="urn:microsoft.com/office/officeart/2008/layout/LinedList"/>
    <dgm:cxn modelId="{80518F44-1482-412E-AA36-624EE1EB3EB6}" type="presOf" srcId="{4FDC1050-DEAC-4E6F-A5B3-2AB7652111E9}" destId="{BC5357FC-171C-47F7-8D0D-DC64F2D08DAB}" srcOrd="0" destOrd="0" presId="urn:microsoft.com/office/officeart/2008/layout/LinedList"/>
    <dgm:cxn modelId="{189A6345-16B4-491D-B197-0D2E0B3CFFE2}" srcId="{AFF5063C-4313-4A97-9B6F-8DD4944319B5}" destId="{2CC67225-3A92-4D7B-A6BB-A3EC1DA6F955}" srcOrd="1" destOrd="0" parTransId="{D4127F0F-95B6-4E63-AAA0-82CAC7E8E5C3}" sibTransId="{CFE876CA-8000-4D63-B8F5-47FE6B630AE5}"/>
    <dgm:cxn modelId="{C309F345-48D6-4677-8179-BCBB6468E0D5}" srcId="{AFF5063C-4313-4A97-9B6F-8DD4944319B5}" destId="{B9905513-43C2-4752-AC5E-0DC9207857F8}" srcOrd="0" destOrd="0" parTransId="{F265BE5C-B813-4AA1-AFD7-0CC037E0ADED}" sibTransId="{1AE236CE-DC40-420D-BB01-24E96A7D5F71}"/>
    <dgm:cxn modelId="{A7F80F66-B51D-4C22-990E-678863D978FD}" type="presOf" srcId="{775196D0-F3B8-469F-8D81-A348B38AED88}" destId="{83881343-EF31-4791-8681-12C575A4BB38}" srcOrd="0" destOrd="0" presId="urn:microsoft.com/office/officeart/2008/layout/LinedList"/>
    <dgm:cxn modelId="{9DFBC554-B07C-42BF-9F59-8B2461ABA95F}" srcId="{AFF5063C-4313-4A97-9B6F-8DD4944319B5}" destId="{4FDC1050-DEAC-4E6F-A5B3-2AB7652111E9}" srcOrd="6" destOrd="0" parTransId="{4A012D99-7B7E-48F8-BDC2-15993C5481E8}" sibTransId="{6593B0EA-1FD0-4B29-B75F-B8BD29C6DA59}"/>
    <dgm:cxn modelId="{ABDE8CA8-09B2-4595-A93E-B7E46113C8F1}" srcId="{AFF5063C-4313-4A97-9B6F-8DD4944319B5}" destId="{126D2138-F830-40D5-91AE-3CE7EF684954}" srcOrd="2" destOrd="0" parTransId="{1C0D9D0D-011F-4543-9062-2B9688097712}" sibTransId="{BB9611E5-0506-4E58-9C89-1CEDE88B73DF}"/>
    <dgm:cxn modelId="{4AA044DA-84B2-43B4-9C9B-454868714A7F}" type="presOf" srcId="{F2E17F0E-B1ED-4464-8661-4423C9BD015F}" destId="{265BC6E1-F840-45E8-B2D0-B226DD190CF1}" srcOrd="0" destOrd="0" presId="urn:microsoft.com/office/officeart/2008/layout/LinedList"/>
    <dgm:cxn modelId="{FDA06CDB-BBDD-4A6D-99E2-1E66E06A098B}" type="presOf" srcId="{AFF5063C-4313-4A97-9B6F-8DD4944319B5}" destId="{DE2F3063-1DE7-47E1-8662-2C71F710546C}" srcOrd="0" destOrd="0" presId="urn:microsoft.com/office/officeart/2008/layout/LinedList"/>
    <dgm:cxn modelId="{6C557FF2-4725-4ACA-8CBB-504D5B21C218}" type="presOf" srcId="{6279F5DC-1D17-42FB-AEDE-D2B0C60B97AA}" destId="{C02F499E-7689-4660-8B09-1D1C358EA414}" srcOrd="0" destOrd="0" presId="urn:microsoft.com/office/officeart/2008/layout/LinedList"/>
    <dgm:cxn modelId="{B8CA83F8-4D21-414E-94A8-7AD6E30B6BF8}" srcId="{AFF5063C-4313-4A97-9B6F-8DD4944319B5}" destId="{775196D0-F3B8-469F-8D81-A348B38AED88}" srcOrd="3" destOrd="0" parTransId="{36CB832D-FED7-4F89-89F1-C31DFE109D2D}" sibTransId="{A3AEA7FA-06CB-4220-A2F1-BF4892BB5FD6}"/>
    <dgm:cxn modelId="{E5A5C879-F985-4BDC-8AAB-373FD052FA20}" type="presParOf" srcId="{DE2F3063-1DE7-47E1-8662-2C71F710546C}" destId="{57AC676A-D6D4-4B7F-BF72-23C2A339D120}" srcOrd="0" destOrd="0" presId="urn:microsoft.com/office/officeart/2008/layout/LinedList"/>
    <dgm:cxn modelId="{537707F9-EB90-4558-9DDE-E0C680C8257C}" type="presParOf" srcId="{DE2F3063-1DE7-47E1-8662-2C71F710546C}" destId="{62AE0365-5704-4ECD-A40C-630ADE2B87B1}" srcOrd="1" destOrd="0" presId="urn:microsoft.com/office/officeart/2008/layout/LinedList"/>
    <dgm:cxn modelId="{B15585A3-9684-40FF-9AF7-21D2E7E6C089}" type="presParOf" srcId="{62AE0365-5704-4ECD-A40C-630ADE2B87B1}" destId="{E5301BFF-21E7-4661-8C28-DE990F957C53}" srcOrd="0" destOrd="0" presId="urn:microsoft.com/office/officeart/2008/layout/LinedList"/>
    <dgm:cxn modelId="{9C69A3B4-1001-46E8-99A3-581CDF95E694}" type="presParOf" srcId="{62AE0365-5704-4ECD-A40C-630ADE2B87B1}" destId="{2DD6AED8-57A9-4CDE-A8E3-8A347D98BC5E}" srcOrd="1" destOrd="0" presId="urn:microsoft.com/office/officeart/2008/layout/LinedList"/>
    <dgm:cxn modelId="{21DE3D81-7DB9-43C0-97BB-FF608D74D8AC}" type="presParOf" srcId="{DE2F3063-1DE7-47E1-8662-2C71F710546C}" destId="{027152E6-6E40-425F-9E98-FC2B66F75B2C}" srcOrd="2" destOrd="0" presId="urn:microsoft.com/office/officeart/2008/layout/LinedList"/>
    <dgm:cxn modelId="{AE6D731E-2C0D-4ABD-A112-E1781E4CECB6}" type="presParOf" srcId="{DE2F3063-1DE7-47E1-8662-2C71F710546C}" destId="{F5935C85-FB3E-423C-A80B-4D97FEC3E338}" srcOrd="3" destOrd="0" presId="urn:microsoft.com/office/officeart/2008/layout/LinedList"/>
    <dgm:cxn modelId="{795459B5-E050-42D4-A9FF-9B30F05EECB3}" type="presParOf" srcId="{F5935C85-FB3E-423C-A80B-4D97FEC3E338}" destId="{E0271D81-0EEA-4F5D-8565-FDE2FB6A7553}" srcOrd="0" destOrd="0" presId="urn:microsoft.com/office/officeart/2008/layout/LinedList"/>
    <dgm:cxn modelId="{58C3026D-98DE-429C-816A-2D1447E81105}" type="presParOf" srcId="{F5935C85-FB3E-423C-A80B-4D97FEC3E338}" destId="{176F5D82-C4F5-4C1B-B06C-DE8B82ED1DDA}" srcOrd="1" destOrd="0" presId="urn:microsoft.com/office/officeart/2008/layout/LinedList"/>
    <dgm:cxn modelId="{AB8B0BD6-0C54-4350-A944-04E92C1B2A29}" type="presParOf" srcId="{DE2F3063-1DE7-47E1-8662-2C71F710546C}" destId="{30EA391C-D8E8-4255-89CF-FFE0A434B88A}" srcOrd="4" destOrd="0" presId="urn:microsoft.com/office/officeart/2008/layout/LinedList"/>
    <dgm:cxn modelId="{65C81B6A-8350-4E4F-8CFA-87A81A567501}" type="presParOf" srcId="{DE2F3063-1DE7-47E1-8662-2C71F710546C}" destId="{C1158709-951A-4A92-BD6E-60F16A1DE6BA}" srcOrd="5" destOrd="0" presId="urn:microsoft.com/office/officeart/2008/layout/LinedList"/>
    <dgm:cxn modelId="{82BBEAF5-689B-437D-B111-51876FB67E3E}" type="presParOf" srcId="{C1158709-951A-4A92-BD6E-60F16A1DE6BA}" destId="{4CD3AC03-8063-4779-A210-65EEB890D8D7}" srcOrd="0" destOrd="0" presId="urn:microsoft.com/office/officeart/2008/layout/LinedList"/>
    <dgm:cxn modelId="{6170CD75-A7DD-437C-90EA-1C18829F4859}" type="presParOf" srcId="{C1158709-951A-4A92-BD6E-60F16A1DE6BA}" destId="{0EBEFE34-7A13-4154-9E37-DDA3E66B3991}" srcOrd="1" destOrd="0" presId="urn:microsoft.com/office/officeart/2008/layout/LinedList"/>
    <dgm:cxn modelId="{A7D9D36E-0764-40D6-86AC-7AE81819F255}" type="presParOf" srcId="{DE2F3063-1DE7-47E1-8662-2C71F710546C}" destId="{0CA223EB-6D8D-4BD3-9F31-67C9EF60CF10}" srcOrd="6" destOrd="0" presId="urn:microsoft.com/office/officeart/2008/layout/LinedList"/>
    <dgm:cxn modelId="{ADE70E2B-D389-4C7F-81E9-C18859505916}" type="presParOf" srcId="{DE2F3063-1DE7-47E1-8662-2C71F710546C}" destId="{63E9EEB8-8072-492E-9D18-FBD047EBC354}" srcOrd="7" destOrd="0" presId="urn:microsoft.com/office/officeart/2008/layout/LinedList"/>
    <dgm:cxn modelId="{DBBD6080-10D4-4604-8422-F9A5578C41EC}" type="presParOf" srcId="{63E9EEB8-8072-492E-9D18-FBD047EBC354}" destId="{83881343-EF31-4791-8681-12C575A4BB38}" srcOrd="0" destOrd="0" presId="urn:microsoft.com/office/officeart/2008/layout/LinedList"/>
    <dgm:cxn modelId="{034121B0-F32A-462E-AC6C-72A66CFFD7C2}" type="presParOf" srcId="{63E9EEB8-8072-492E-9D18-FBD047EBC354}" destId="{421551EF-D0AE-4F34-8C3A-2337668BE91A}" srcOrd="1" destOrd="0" presId="urn:microsoft.com/office/officeart/2008/layout/LinedList"/>
    <dgm:cxn modelId="{F5F778F9-D8C8-4ABA-97A3-AC6C56CD54AA}" type="presParOf" srcId="{DE2F3063-1DE7-47E1-8662-2C71F710546C}" destId="{63D3607C-8E4A-4DA8-965F-74D58AC9C376}" srcOrd="8" destOrd="0" presId="urn:microsoft.com/office/officeart/2008/layout/LinedList"/>
    <dgm:cxn modelId="{A781F533-C1A1-4219-B001-C477F2C95517}" type="presParOf" srcId="{DE2F3063-1DE7-47E1-8662-2C71F710546C}" destId="{0900088A-E9C5-4325-A1B7-D2BAF57F80FB}" srcOrd="9" destOrd="0" presId="urn:microsoft.com/office/officeart/2008/layout/LinedList"/>
    <dgm:cxn modelId="{38D267E4-8C5B-4163-B197-9575419E12FD}" type="presParOf" srcId="{0900088A-E9C5-4325-A1B7-D2BAF57F80FB}" destId="{C02F499E-7689-4660-8B09-1D1C358EA414}" srcOrd="0" destOrd="0" presId="urn:microsoft.com/office/officeart/2008/layout/LinedList"/>
    <dgm:cxn modelId="{29440A32-0E60-49C9-8C68-0DA2436EEBA2}" type="presParOf" srcId="{0900088A-E9C5-4325-A1B7-D2BAF57F80FB}" destId="{3E2753D7-9F44-4A71-8078-836A505B95A1}" srcOrd="1" destOrd="0" presId="urn:microsoft.com/office/officeart/2008/layout/LinedList"/>
    <dgm:cxn modelId="{58AAAC98-2B9B-4D51-B11C-7DEA8D6A79A6}" type="presParOf" srcId="{DE2F3063-1DE7-47E1-8662-2C71F710546C}" destId="{0B6EF0A4-3A4B-4081-9F71-5900860D97A6}" srcOrd="10" destOrd="0" presId="urn:microsoft.com/office/officeart/2008/layout/LinedList"/>
    <dgm:cxn modelId="{97CFA115-60A6-487C-929A-D608D99F5D3B}" type="presParOf" srcId="{DE2F3063-1DE7-47E1-8662-2C71F710546C}" destId="{2D90918B-3939-4E46-BD6E-B1AE753D3A11}" srcOrd="11" destOrd="0" presId="urn:microsoft.com/office/officeart/2008/layout/LinedList"/>
    <dgm:cxn modelId="{E4485615-603E-4234-A19C-8C7D085DB899}" type="presParOf" srcId="{2D90918B-3939-4E46-BD6E-B1AE753D3A11}" destId="{265BC6E1-F840-45E8-B2D0-B226DD190CF1}" srcOrd="0" destOrd="0" presId="urn:microsoft.com/office/officeart/2008/layout/LinedList"/>
    <dgm:cxn modelId="{F7AE15FB-7968-4075-92FA-1B61590EE029}" type="presParOf" srcId="{2D90918B-3939-4E46-BD6E-B1AE753D3A11}" destId="{6E96ED6A-EEEC-4656-A569-F53C28E72C26}" srcOrd="1" destOrd="0" presId="urn:microsoft.com/office/officeart/2008/layout/LinedList"/>
    <dgm:cxn modelId="{96AD66E8-0096-4C50-841F-C2A96F0D6C49}" type="presParOf" srcId="{DE2F3063-1DE7-47E1-8662-2C71F710546C}" destId="{F48B3176-C649-4803-BBE0-690AF4675597}" srcOrd="12" destOrd="0" presId="urn:microsoft.com/office/officeart/2008/layout/LinedList"/>
    <dgm:cxn modelId="{CE5E69BF-B285-475B-9597-55B8925C8D60}" type="presParOf" srcId="{DE2F3063-1DE7-47E1-8662-2C71F710546C}" destId="{54030121-B816-43D4-8517-DF7EB7849D4E}" srcOrd="13" destOrd="0" presId="urn:microsoft.com/office/officeart/2008/layout/LinedList"/>
    <dgm:cxn modelId="{7DAE29C0-26A9-4FB5-89F3-E5569606C4C1}" type="presParOf" srcId="{54030121-B816-43D4-8517-DF7EB7849D4E}" destId="{BC5357FC-171C-47F7-8D0D-DC64F2D08DAB}" srcOrd="0" destOrd="0" presId="urn:microsoft.com/office/officeart/2008/layout/LinedList"/>
    <dgm:cxn modelId="{C8712190-0C0E-464A-BE70-049ADF8AA704}" type="presParOf" srcId="{54030121-B816-43D4-8517-DF7EB7849D4E}" destId="{753818E2-634B-4FDE-B1A8-856848FB14CE}" srcOrd="1"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B52B94-EC0B-47F5-934B-86FDCED007D8}" type="doc">
      <dgm:prSet loTypeId="urn:microsoft.com/office/officeart/2005/8/layout/list1" loCatId="list" qsTypeId="urn:microsoft.com/office/officeart/2005/8/quickstyle/simple1" qsCatId="simple" csTypeId="urn:microsoft.com/office/officeart/2005/8/colors/accent2_2" csCatId="accent2"/>
      <dgm:spPr/>
      <dgm:t>
        <a:bodyPr/>
        <a:lstStyle/>
        <a:p>
          <a:endParaRPr lang="en-US"/>
        </a:p>
      </dgm:t>
    </dgm:pt>
    <dgm:pt modelId="{6CF1238A-D55E-4FC7-95DC-BFFC4BA7B91D}">
      <dgm:prSet/>
      <dgm:spPr/>
      <dgm:t>
        <a:bodyPr/>
        <a:lstStyle/>
        <a:p>
          <a:r>
            <a:rPr lang="en-GB" b="0" i="0"/>
            <a:t>Separation Anxiety Disorder</a:t>
          </a:r>
          <a:endParaRPr lang="en-US"/>
        </a:p>
      </dgm:t>
    </dgm:pt>
    <dgm:pt modelId="{B41E77EA-891E-42D5-BA56-E41CF6199FB2}" cxnId="{1FFC917C-2A12-452B-BDAD-18AA4344117F}" type="parTrans">
      <dgm:prSet/>
      <dgm:spPr/>
      <dgm:t>
        <a:bodyPr/>
        <a:lstStyle/>
        <a:p>
          <a:endParaRPr lang="en-US"/>
        </a:p>
      </dgm:t>
    </dgm:pt>
    <dgm:pt modelId="{55D8BD99-3740-4C59-84C7-96A1AC5FCA9D}" cxnId="{1FFC917C-2A12-452B-BDAD-18AA4344117F}" type="sibTrans">
      <dgm:prSet/>
      <dgm:spPr/>
      <dgm:t>
        <a:bodyPr/>
        <a:lstStyle/>
        <a:p>
          <a:endParaRPr lang="en-US"/>
        </a:p>
      </dgm:t>
    </dgm:pt>
    <dgm:pt modelId="{5C0A0341-E48F-4D8F-B3FA-D1132FF04987}">
      <dgm:prSet/>
      <dgm:spPr/>
      <dgm:t>
        <a:bodyPr/>
        <a:lstStyle/>
        <a:p>
          <a:r>
            <a:rPr lang="en-GB" b="0" i="0"/>
            <a:t>Selective Mutism</a:t>
          </a:r>
          <a:endParaRPr lang="en-US"/>
        </a:p>
      </dgm:t>
    </dgm:pt>
    <dgm:pt modelId="{6AD3EF7D-C304-4516-8F74-900496655DC0}" cxnId="{0DF8BBAB-29EF-41B2-B57B-6012D768E481}" type="parTrans">
      <dgm:prSet/>
      <dgm:spPr/>
      <dgm:t>
        <a:bodyPr/>
        <a:lstStyle/>
        <a:p>
          <a:endParaRPr lang="en-US"/>
        </a:p>
      </dgm:t>
    </dgm:pt>
    <dgm:pt modelId="{A3B8B3F1-CC5B-4A3D-B3C3-50A7ABBB0316}" cxnId="{0DF8BBAB-29EF-41B2-B57B-6012D768E481}" type="sibTrans">
      <dgm:prSet/>
      <dgm:spPr/>
      <dgm:t>
        <a:bodyPr/>
        <a:lstStyle/>
        <a:p>
          <a:endParaRPr lang="en-US"/>
        </a:p>
      </dgm:t>
    </dgm:pt>
    <dgm:pt modelId="{8C11C528-B823-443A-A901-15EBA8EB35C4}">
      <dgm:prSet/>
      <dgm:spPr/>
      <dgm:t>
        <a:bodyPr/>
        <a:lstStyle/>
        <a:p>
          <a:r>
            <a:rPr lang="en-GB" b="0" i="0"/>
            <a:t>Specific Phobia</a:t>
          </a:r>
          <a:endParaRPr lang="en-US"/>
        </a:p>
      </dgm:t>
    </dgm:pt>
    <dgm:pt modelId="{8D4217C3-2883-4DB1-890F-82404F05971B}" cxnId="{987BAB41-F2A3-4836-97A5-27E45B7A36BB}" type="parTrans">
      <dgm:prSet/>
      <dgm:spPr/>
      <dgm:t>
        <a:bodyPr/>
        <a:lstStyle/>
        <a:p>
          <a:endParaRPr lang="en-US"/>
        </a:p>
      </dgm:t>
    </dgm:pt>
    <dgm:pt modelId="{FABD3E73-80B3-4A47-80D9-08A58154104E}" cxnId="{987BAB41-F2A3-4836-97A5-27E45B7A36BB}" type="sibTrans">
      <dgm:prSet/>
      <dgm:spPr/>
      <dgm:t>
        <a:bodyPr/>
        <a:lstStyle/>
        <a:p>
          <a:endParaRPr lang="en-US"/>
        </a:p>
      </dgm:t>
    </dgm:pt>
    <dgm:pt modelId="{3DD1B4EE-7B8B-4DAC-A8C7-0D8C74DF25A5}">
      <dgm:prSet/>
      <dgm:spPr/>
      <dgm:t>
        <a:bodyPr/>
        <a:lstStyle/>
        <a:p>
          <a:r>
            <a:rPr lang="en-GB" b="0" i="0"/>
            <a:t>Social Anxiety Disorder (Social Phobia)</a:t>
          </a:r>
          <a:endParaRPr lang="en-US"/>
        </a:p>
      </dgm:t>
    </dgm:pt>
    <dgm:pt modelId="{F946DAC8-8DFD-46CE-9944-39D8AB022350}" cxnId="{B69A8527-F62D-4D0D-8DFD-021BF0019767}" type="parTrans">
      <dgm:prSet/>
      <dgm:spPr/>
      <dgm:t>
        <a:bodyPr/>
        <a:lstStyle/>
        <a:p>
          <a:endParaRPr lang="en-US"/>
        </a:p>
      </dgm:t>
    </dgm:pt>
    <dgm:pt modelId="{840B3AED-33A9-4A82-8291-237859C63B52}" cxnId="{B69A8527-F62D-4D0D-8DFD-021BF0019767}" type="sibTrans">
      <dgm:prSet/>
      <dgm:spPr/>
      <dgm:t>
        <a:bodyPr/>
        <a:lstStyle/>
        <a:p>
          <a:endParaRPr lang="en-US"/>
        </a:p>
      </dgm:t>
    </dgm:pt>
    <dgm:pt modelId="{E43EACBE-21BC-4D77-AAD4-8AA1DFB91B89}">
      <dgm:prSet/>
      <dgm:spPr/>
      <dgm:t>
        <a:bodyPr/>
        <a:lstStyle/>
        <a:p>
          <a:r>
            <a:rPr lang="en-GB" b="0" i="0"/>
            <a:t>Panic Disorder</a:t>
          </a:r>
          <a:endParaRPr lang="en-US"/>
        </a:p>
      </dgm:t>
    </dgm:pt>
    <dgm:pt modelId="{D327AFC9-F04C-460B-9E49-9A9418AD1DC2}" cxnId="{E98F2868-B96A-4657-AF25-10F74CD85996}" type="parTrans">
      <dgm:prSet/>
      <dgm:spPr/>
      <dgm:t>
        <a:bodyPr/>
        <a:lstStyle/>
        <a:p>
          <a:endParaRPr lang="en-US"/>
        </a:p>
      </dgm:t>
    </dgm:pt>
    <dgm:pt modelId="{4D53BD7C-8DEA-43D6-B2C5-B7505E96BA1D}" cxnId="{E98F2868-B96A-4657-AF25-10F74CD85996}" type="sibTrans">
      <dgm:prSet/>
      <dgm:spPr/>
      <dgm:t>
        <a:bodyPr/>
        <a:lstStyle/>
        <a:p>
          <a:endParaRPr lang="en-US"/>
        </a:p>
      </dgm:t>
    </dgm:pt>
    <dgm:pt modelId="{693210C6-1CFF-4107-9DC7-B0684DBA0C06}">
      <dgm:prSet/>
      <dgm:spPr/>
      <dgm:t>
        <a:bodyPr/>
        <a:lstStyle/>
        <a:p>
          <a:r>
            <a:rPr lang="en-GB" b="0" i="0"/>
            <a:t>Agoraphobia</a:t>
          </a:r>
          <a:endParaRPr lang="en-US"/>
        </a:p>
      </dgm:t>
    </dgm:pt>
    <dgm:pt modelId="{CBFB63C4-7962-46CD-A630-7E7F141B15F8}" cxnId="{A36584E8-52EA-48CB-A933-F29A51175D90}" type="parTrans">
      <dgm:prSet/>
      <dgm:spPr/>
      <dgm:t>
        <a:bodyPr/>
        <a:lstStyle/>
        <a:p>
          <a:endParaRPr lang="en-US"/>
        </a:p>
      </dgm:t>
    </dgm:pt>
    <dgm:pt modelId="{83C6ACCA-5E29-4204-8EE8-C1775C176BCE}" cxnId="{A36584E8-52EA-48CB-A933-F29A51175D90}" type="sibTrans">
      <dgm:prSet/>
      <dgm:spPr/>
      <dgm:t>
        <a:bodyPr/>
        <a:lstStyle/>
        <a:p>
          <a:endParaRPr lang="en-US"/>
        </a:p>
      </dgm:t>
    </dgm:pt>
    <dgm:pt modelId="{CAC5D39E-B811-411C-BA33-15D5C28B9AE7}">
      <dgm:prSet/>
      <dgm:spPr/>
      <dgm:t>
        <a:bodyPr/>
        <a:lstStyle/>
        <a:p>
          <a:r>
            <a:rPr lang="en-GB" b="0" i="0"/>
            <a:t>Generalized Anxiety Disorder (GAD)</a:t>
          </a:r>
          <a:endParaRPr lang="en-US"/>
        </a:p>
      </dgm:t>
    </dgm:pt>
    <dgm:pt modelId="{A905BFDC-49E2-4005-8B1E-3008536BF15A}" cxnId="{2C9F5F15-3A90-40CE-BCFA-02CD34C3D045}" type="parTrans">
      <dgm:prSet/>
      <dgm:spPr/>
      <dgm:t>
        <a:bodyPr/>
        <a:lstStyle/>
        <a:p>
          <a:endParaRPr lang="en-US"/>
        </a:p>
      </dgm:t>
    </dgm:pt>
    <dgm:pt modelId="{BB0F6269-A10F-4B02-8D5D-4203E5F6A14F}" cxnId="{2C9F5F15-3A90-40CE-BCFA-02CD34C3D045}" type="sibTrans">
      <dgm:prSet/>
      <dgm:spPr/>
      <dgm:t>
        <a:bodyPr/>
        <a:lstStyle/>
        <a:p>
          <a:endParaRPr lang="en-US"/>
        </a:p>
      </dgm:t>
    </dgm:pt>
    <dgm:pt modelId="{89BC9EAE-3AD0-44C2-9505-3E2988F2811C}" type="pres">
      <dgm:prSet presAssocID="{F0B52B94-EC0B-47F5-934B-86FDCED007D8}" presName="linear" presStyleCnt="0">
        <dgm:presLayoutVars>
          <dgm:dir/>
          <dgm:animLvl val="lvl"/>
          <dgm:resizeHandles val="exact"/>
        </dgm:presLayoutVars>
      </dgm:prSet>
      <dgm:spPr/>
    </dgm:pt>
    <dgm:pt modelId="{B01F923C-5A37-43A2-8EA8-1E39D054275D}" type="pres">
      <dgm:prSet presAssocID="{6CF1238A-D55E-4FC7-95DC-BFFC4BA7B91D}" presName="parentLin" presStyleCnt="0"/>
      <dgm:spPr/>
    </dgm:pt>
    <dgm:pt modelId="{50734FCC-F68E-4FE6-A6E8-45D98B4241CF}" type="pres">
      <dgm:prSet presAssocID="{6CF1238A-D55E-4FC7-95DC-BFFC4BA7B91D}" presName="parentLeftMargin" presStyleLbl="node1" presStyleIdx="0" presStyleCnt="7"/>
      <dgm:spPr/>
    </dgm:pt>
    <dgm:pt modelId="{98C9AAF1-1A34-4785-A3D2-B40821C26E3D}" type="pres">
      <dgm:prSet presAssocID="{6CF1238A-D55E-4FC7-95DC-BFFC4BA7B91D}" presName="parentText" presStyleLbl="node1" presStyleIdx="0" presStyleCnt="7">
        <dgm:presLayoutVars>
          <dgm:chMax val="0"/>
          <dgm:bulletEnabled val="1"/>
        </dgm:presLayoutVars>
      </dgm:prSet>
      <dgm:spPr/>
    </dgm:pt>
    <dgm:pt modelId="{A316DEE8-1F06-40E7-948C-C30E861BF46B}" type="pres">
      <dgm:prSet presAssocID="{6CF1238A-D55E-4FC7-95DC-BFFC4BA7B91D}" presName="negativeSpace" presStyleCnt="0"/>
      <dgm:spPr/>
    </dgm:pt>
    <dgm:pt modelId="{9FE560A2-7006-45B7-AAD7-A920B84B47DC}" type="pres">
      <dgm:prSet presAssocID="{6CF1238A-D55E-4FC7-95DC-BFFC4BA7B91D}" presName="childText" presStyleLbl="conFgAcc1" presStyleIdx="0" presStyleCnt="7">
        <dgm:presLayoutVars>
          <dgm:bulletEnabled val="1"/>
        </dgm:presLayoutVars>
      </dgm:prSet>
      <dgm:spPr/>
    </dgm:pt>
    <dgm:pt modelId="{2EC90361-6162-4216-81D3-352AB1AFBB30}" type="pres">
      <dgm:prSet presAssocID="{55D8BD99-3740-4C59-84C7-96A1AC5FCA9D}" presName="spaceBetweenRectangles" presStyleCnt="0"/>
      <dgm:spPr/>
    </dgm:pt>
    <dgm:pt modelId="{35E869C9-C4C3-4A60-9FCC-459801E89607}" type="pres">
      <dgm:prSet presAssocID="{5C0A0341-E48F-4D8F-B3FA-D1132FF04987}" presName="parentLin" presStyleCnt="0"/>
      <dgm:spPr/>
    </dgm:pt>
    <dgm:pt modelId="{F748FBB1-92DD-44AC-8939-5BDDDFF66D79}" type="pres">
      <dgm:prSet presAssocID="{5C0A0341-E48F-4D8F-B3FA-D1132FF04987}" presName="parentLeftMargin" presStyleLbl="node1" presStyleIdx="0" presStyleCnt="7"/>
      <dgm:spPr/>
    </dgm:pt>
    <dgm:pt modelId="{770EFFA1-0E8E-4C3C-AA24-842CF3167FF1}" type="pres">
      <dgm:prSet presAssocID="{5C0A0341-E48F-4D8F-B3FA-D1132FF04987}" presName="parentText" presStyleLbl="node1" presStyleIdx="1" presStyleCnt="7">
        <dgm:presLayoutVars>
          <dgm:chMax val="0"/>
          <dgm:bulletEnabled val="1"/>
        </dgm:presLayoutVars>
      </dgm:prSet>
      <dgm:spPr/>
    </dgm:pt>
    <dgm:pt modelId="{21229838-1521-41C1-8432-9049C5BB75D8}" type="pres">
      <dgm:prSet presAssocID="{5C0A0341-E48F-4D8F-B3FA-D1132FF04987}" presName="negativeSpace" presStyleCnt="0"/>
      <dgm:spPr/>
    </dgm:pt>
    <dgm:pt modelId="{FEEAB13F-A9B2-4FAF-A374-8231A7B88165}" type="pres">
      <dgm:prSet presAssocID="{5C0A0341-E48F-4D8F-B3FA-D1132FF04987}" presName="childText" presStyleLbl="conFgAcc1" presStyleIdx="1" presStyleCnt="7">
        <dgm:presLayoutVars>
          <dgm:bulletEnabled val="1"/>
        </dgm:presLayoutVars>
      </dgm:prSet>
      <dgm:spPr/>
    </dgm:pt>
    <dgm:pt modelId="{54C42984-BF43-4B76-91A9-334100AF459C}" type="pres">
      <dgm:prSet presAssocID="{A3B8B3F1-CC5B-4A3D-B3C3-50A7ABBB0316}" presName="spaceBetweenRectangles" presStyleCnt="0"/>
      <dgm:spPr/>
    </dgm:pt>
    <dgm:pt modelId="{38E7E772-1EB5-4628-BD60-F6B3029992CB}" type="pres">
      <dgm:prSet presAssocID="{8C11C528-B823-443A-A901-15EBA8EB35C4}" presName="parentLin" presStyleCnt="0"/>
      <dgm:spPr/>
    </dgm:pt>
    <dgm:pt modelId="{04A3F51C-0F3E-49E6-B260-889C6444D6E1}" type="pres">
      <dgm:prSet presAssocID="{8C11C528-B823-443A-A901-15EBA8EB35C4}" presName="parentLeftMargin" presStyleLbl="node1" presStyleIdx="1" presStyleCnt="7"/>
      <dgm:spPr/>
    </dgm:pt>
    <dgm:pt modelId="{175B5D79-944A-4ECC-A959-3F7B9391972C}" type="pres">
      <dgm:prSet presAssocID="{8C11C528-B823-443A-A901-15EBA8EB35C4}" presName="parentText" presStyleLbl="node1" presStyleIdx="2" presStyleCnt="7">
        <dgm:presLayoutVars>
          <dgm:chMax val="0"/>
          <dgm:bulletEnabled val="1"/>
        </dgm:presLayoutVars>
      </dgm:prSet>
      <dgm:spPr/>
    </dgm:pt>
    <dgm:pt modelId="{EA976197-D6B5-4AB9-9467-FF8E21D1128E}" type="pres">
      <dgm:prSet presAssocID="{8C11C528-B823-443A-A901-15EBA8EB35C4}" presName="negativeSpace" presStyleCnt="0"/>
      <dgm:spPr/>
    </dgm:pt>
    <dgm:pt modelId="{D51DE093-2F62-408B-84AC-0977EA7C1C25}" type="pres">
      <dgm:prSet presAssocID="{8C11C528-B823-443A-A901-15EBA8EB35C4}" presName="childText" presStyleLbl="conFgAcc1" presStyleIdx="2" presStyleCnt="7">
        <dgm:presLayoutVars>
          <dgm:bulletEnabled val="1"/>
        </dgm:presLayoutVars>
      </dgm:prSet>
      <dgm:spPr/>
    </dgm:pt>
    <dgm:pt modelId="{24E65BFE-7B59-4435-92C7-42ACBA73C54B}" type="pres">
      <dgm:prSet presAssocID="{FABD3E73-80B3-4A47-80D9-08A58154104E}" presName="spaceBetweenRectangles" presStyleCnt="0"/>
      <dgm:spPr/>
    </dgm:pt>
    <dgm:pt modelId="{12B35ABA-20C8-4CBB-A33F-18D935814038}" type="pres">
      <dgm:prSet presAssocID="{3DD1B4EE-7B8B-4DAC-A8C7-0D8C74DF25A5}" presName="parentLin" presStyleCnt="0"/>
      <dgm:spPr/>
    </dgm:pt>
    <dgm:pt modelId="{49BC9559-BD7D-4CD2-BEDA-AAA9BC06DC64}" type="pres">
      <dgm:prSet presAssocID="{3DD1B4EE-7B8B-4DAC-A8C7-0D8C74DF25A5}" presName="parentLeftMargin" presStyleLbl="node1" presStyleIdx="2" presStyleCnt="7"/>
      <dgm:spPr/>
    </dgm:pt>
    <dgm:pt modelId="{8777D530-F488-4472-8C68-46E1916684BB}" type="pres">
      <dgm:prSet presAssocID="{3DD1B4EE-7B8B-4DAC-A8C7-0D8C74DF25A5}" presName="parentText" presStyleLbl="node1" presStyleIdx="3" presStyleCnt="7">
        <dgm:presLayoutVars>
          <dgm:chMax val="0"/>
          <dgm:bulletEnabled val="1"/>
        </dgm:presLayoutVars>
      </dgm:prSet>
      <dgm:spPr/>
    </dgm:pt>
    <dgm:pt modelId="{6E17466E-6A0B-49AA-8343-4BD77EE74A0E}" type="pres">
      <dgm:prSet presAssocID="{3DD1B4EE-7B8B-4DAC-A8C7-0D8C74DF25A5}" presName="negativeSpace" presStyleCnt="0"/>
      <dgm:spPr/>
    </dgm:pt>
    <dgm:pt modelId="{7C35A6FF-6FD6-469A-8336-731B67894009}" type="pres">
      <dgm:prSet presAssocID="{3DD1B4EE-7B8B-4DAC-A8C7-0D8C74DF25A5}" presName="childText" presStyleLbl="conFgAcc1" presStyleIdx="3" presStyleCnt="7">
        <dgm:presLayoutVars>
          <dgm:bulletEnabled val="1"/>
        </dgm:presLayoutVars>
      </dgm:prSet>
      <dgm:spPr/>
    </dgm:pt>
    <dgm:pt modelId="{D77CD76C-F3EA-42AE-8618-E6C1A4B50A5A}" type="pres">
      <dgm:prSet presAssocID="{840B3AED-33A9-4A82-8291-237859C63B52}" presName="spaceBetweenRectangles" presStyleCnt="0"/>
      <dgm:spPr/>
    </dgm:pt>
    <dgm:pt modelId="{3EC9C6BE-DA76-4251-88E4-7CFC97985CA9}" type="pres">
      <dgm:prSet presAssocID="{E43EACBE-21BC-4D77-AAD4-8AA1DFB91B89}" presName="parentLin" presStyleCnt="0"/>
      <dgm:spPr/>
    </dgm:pt>
    <dgm:pt modelId="{A6AF7103-9551-47FA-AF42-FB9AFA2017D3}" type="pres">
      <dgm:prSet presAssocID="{E43EACBE-21BC-4D77-AAD4-8AA1DFB91B89}" presName="parentLeftMargin" presStyleLbl="node1" presStyleIdx="3" presStyleCnt="7"/>
      <dgm:spPr/>
    </dgm:pt>
    <dgm:pt modelId="{0EB1D6CE-9E63-4B2B-8D4E-BD9E2102C96E}" type="pres">
      <dgm:prSet presAssocID="{E43EACBE-21BC-4D77-AAD4-8AA1DFB91B89}" presName="parentText" presStyleLbl="node1" presStyleIdx="4" presStyleCnt="7">
        <dgm:presLayoutVars>
          <dgm:chMax val="0"/>
          <dgm:bulletEnabled val="1"/>
        </dgm:presLayoutVars>
      </dgm:prSet>
      <dgm:spPr/>
    </dgm:pt>
    <dgm:pt modelId="{5DEB7B4D-C942-442A-B867-94A0CE836B9C}" type="pres">
      <dgm:prSet presAssocID="{E43EACBE-21BC-4D77-AAD4-8AA1DFB91B89}" presName="negativeSpace" presStyleCnt="0"/>
      <dgm:spPr/>
    </dgm:pt>
    <dgm:pt modelId="{46924352-315C-47B9-9ABA-44EB959556CA}" type="pres">
      <dgm:prSet presAssocID="{E43EACBE-21BC-4D77-AAD4-8AA1DFB91B89}" presName="childText" presStyleLbl="conFgAcc1" presStyleIdx="4" presStyleCnt="7">
        <dgm:presLayoutVars>
          <dgm:bulletEnabled val="1"/>
        </dgm:presLayoutVars>
      </dgm:prSet>
      <dgm:spPr/>
    </dgm:pt>
    <dgm:pt modelId="{ABF49F40-0F1E-4535-A853-252DA0C189CF}" type="pres">
      <dgm:prSet presAssocID="{4D53BD7C-8DEA-43D6-B2C5-B7505E96BA1D}" presName="spaceBetweenRectangles" presStyleCnt="0"/>
      <dgm:spPr/>
    </dgm:pt>
    <dgm:pt modelId="{2C9C96AA-794E-4372-93C2-20562C561D02}" type="pres">
      <dgm:prSet presAssocID="{693210C6-1CFF-4107-9DC7-B0684DBA0C06}" presName="parentLin" presStyleCnt="0"/>
      <dgm:spPr/>
    </dgm:pt>
    <dgm:pt modelId="{D7A1EEF5-C6B0-4D0F-83F5-A8E6EE071552}" type="pres">
      <dgm:prSet presAssocID="{693210C6-1CFF-4107-9DC7-B0684DBA0C06}" presName="parentLeftMargin" presStyleLbl="node1" presStyleIdx="4" presStyleCnt="7"/>
      <dgm:spPr/>
    </dgm:pt>
    <dgm:pt modelId="{0F46AE05-56DF-45AC-9E5E-ED5E810BDD01}" type="pres">
      <dgm:prSet presAssocID="{693210C6-1CFF-4107-9DC7-B0684DBA0C06}" presName="parentText" presStyleLbl="node1" presStyleIdx="5" presStyleCnt="7">
        <dgm:presLayoutVars>
          <dgm:chMax val="0"/>
          <dgm:bulletEnabled val="1"/>
        </dgm:presLayoutVars>
      </dgm:prSet>
      <dgm:spPr/>
    </dgm:pt>
    <dgm:pt modelId="{D058AE0E-EEBC-45C8-9C59-39B021425C89}" type="pres">
      <dgm:prSet presAssocID="{693210C6-1CFF-4107-9DC7-B0684DBA0C06}" presName="negativeSpace" presStyleCnt="0"/>
      <dgm:spPr/>
    </dgm:pt>
    <dgm:pt modelId="{6CBCF35C-0065-493F-999F-076EBA82A89E}" type="pres">
      <dgm:prSet presAssocID="{693210C6-1CFF-4107-9DC7-B0684DBA0C06}" presName="childText" presStyleLbl="conFgAcc1" presStyleIdx="5" presStyleCnt="7">
        <dgm:presLayoutVars>
          <dgm:bulletEnabled val="1"/>
        </dgm:presLayoutVars>
      </dgm:prSet>
      <dgm:spPr/>
    </dgm:pt>
    <dgm:pt modelId="{682D33D4-96DB-41ED-BDC6-F460B9B5CFB8}" type="pres">
      <dgm:prSet presAssocID="{83C6ACCA-5E29-4204-8EE8-C1775C176BCE}" presName="spaceBetweenRectangles" presStyleCnt="0"/>
      <dgm:spPr/>
    </dgm:pt>
    <dgm:pt modelId="{286C36A2-9C5E-44DA-8E45-D7C14EA0C031}" type="pres">
      <dgm:prSet presAssocID="{CAC5D39E-B811-411C-BA33-15D5C28B9AE7}" presName="parentLin" presStyleCnt="0"/>
      <dgm:spPr/>
    </dgm:pt>
    <dgm:pt modelId="{3D33C7B9-8387-4792-A869-A428C5E01D51}" type="pres">
      <dgm:prSet presAssocID="{CAC5D39E-B811-411C-BA33-15D5C28B9AE7}" presName="parentLeftMargin" presStyleLbl="node1" presStyleIdx="5" presStyleCnt="7"/>
      <dgm:spPr/>
    </dgm:pt>
    <dgm:pt modelId="{A7D3BCE2-A96A-40FD-B39B-5113BB91CE7F}" type="pres">
      <dgm:prSet presAssocID="{CAC5D39E-B811-411C-BA33-15D5C28B9AE7}" presName="parentText" presStyleLbl="node1" presStyleIdx="6" presStyleCnt="7">
        <dgm:presLayoutVars>
          <dgm:chMax val="0"/>
          <dgm:bulletEnabled val="1"/>
        </dgm:presLayoutVars>
      </dgm:prSet>
      <dgm:spPr/>
    </dgm:pt>
    <dgm:pt modelId="{0A8E1A63-8B7F-4A12-9866-4AAE57566B47}" type="pres">
      <dgm:prSet presAssocID="{CAC5D39E-B811-411C-BA33-15D5C28B9AE7}" presName="negativeSpace" presStyleCnt="0"/>
      <dgm:spPr/>
    </dgm:pt>
    <dgm:pt modelId="{069AFDB1-319B-4E42-8F21-8BC4AD7508FE}" type="pres">
      <dgm:prSet presAssocID="{CAC5D39E-B811-411C-BA33-15D5C28B9AE7}" presName="childText" presStyleLbl="conFgAcc1" presStyleIdx="6" presStyleCnt="7">
        <dgm:presLayoutVars>
          <dgm:bulletEnabled val="1"/>
        </dgm:presLayoutVars>
      </dgm:prSet>
      <dgm:spPr/>
    </dgm:pt>
  </dgm:ptLst>
  <dgm:cxnLst>
    <dgm:cxn modelId="{0DF8D909-6962-4C02-BC2D-61B537D49B16}" type="presOf" srcId="{3DD1B4EE-7B8B-4DAC-A8C7-0D8C74DF25A5}" destId="{8777D530-F488-4472-8C68-46E1916684BB}" srcOrd="1" destOrd="0" presId="urn:microsoft.com/office/officeart/2005/8/layout/list1"/>
    <dgm:cxn modelId="{2C9F5F15-3A90-40CE-BCFA-02CD34C3D045}" srcId="{F0B52B94-EC0B-47F5-934B-86FDCED007D8}" destId="{CAC5D39E-B811-411C-BA33-15D5C28B9AE7}" srcOrd="6" destOrd="0" parTransId="{A905BFDC-49E2-4005-8B1E-3008536BF15A}" sibTransId="{BB0F6269-A10F-4B02-8D5D-4203E5F6A14F}"/>
    <dgm:cxn modelId="{D8337821-6162-42DB-AB19-92E87E229E8D}" type="presOf" srcId="{5C0A0341-E48F-4D8F-B3FA-D1132FF04987}" destId="{F748FBB1-92DD-44AC-8939-5BDDDFF66D79}" srcOrd="0" destOrd="0" presId="urn:microsoft.com/office/officeart/2005/8/layout/list1"/>
    <dgm:cxn modelId="{D3E88321-69FC-4AD0-AB21-C8AAC25865DC}" type="presOf" srcId="{E43EACBE-21BC-4D77-AAD4-8AA1DFB91B89}" destId="{0EB1D6CE-9E63-4B2B-8D4E-BD9E2102C96E}" srcOrd="1" destOrd="0" presId="urn:microsoft.com/office/officeart/2005/8/layout/list1"/>
    <dgm:cxn modelId="{B69A8527-F62D-4D0D-8DFD-021BF0019767}" srcId="{F0B52B94-EC0B-47F5-934B-86FDCED007D8}" destId="{3DD1B4EE-7B8B-4DAC-A8C7-0D8C74DF25A5}" srcOrd="3" destOrd="0" parTransId="{F946DAC8-8DFD-46CE-9944-39D8AB022350}" sibTransId="{840B3AED-33A9-4A82-8291-237859C63B52}"/>
    <dgm:cxn modelId="{D19F9128-DB2D-4E4B-9BD7-2D552481704A}" type="presOf" srcId="{CAC5D39E-B811-411C-BA33-15D5C28B9AE7}" destId="{A7D3BCE2-A96A-40FD-B39B-5113BB91CE7F}" srcOrd="1" destOrd="0" presId="urn:microsoft.com/office/officeart/2005/8/layout/list1"/>
    <dgm:cxn modelId="{98783D39-C50C-4194-903D-3FD6B1840A2C}" type="presOf" srcId="{8C11C528-B823-443A-A901-15EBA8EB35C4}" destId="{175B5D79-944A-4ECC-A959-3F7B9391972C}" srcOrd="1" destOrd="0" presId="urn:microsoft.com/office/officeart/2005/8/layout/list1"/>
    <dgm:cxn modelId="{BC1DE53F-8310-4C0F-B948-700023C22A61}" type="presOf" srcId="{6CF1238A-D55E-4FC7-95DC-BFFC4BA7B91D}" destId="{98C9AAF1-1A34-4785-A3D2-B40821C26E3D}" srcOrd="1" destOrd="0" presId="urn:microsoft.com/office/officeart/2005/8/layout/list1"/>
    <dgm:cxn modelId="{7A44355E-B914-4986-AEBD-0CD13CFC8121}" type="presOf" srcId="{693210C6-1CFF-4107-9DC7-B0684DBA0C06}" destId="{D7A1EEF5-C6B0-4D0F-83F5-A8E6EE071552}" srcOrd="0" destOrd="0" presId="urn:microsoft.com/office/officeart/2005/8/layout/list1"/>
    <dgm:cxn modelId="{987BAB41-F2A3-4836-97A5-27E45B7A36BB}" srcId="{F0B52B94-EC0B-47F5-934B-86FDCED007D8}" destId="{8C11C528-B823-443A-A901-15EBA8EB35C4}" srcOrd="2" destOrd="0" parTransId="{8D4217C3-2883-4DB1-890F-82404F05971B}" sibTransId="{FABD3E73-80B3-4A47-80D9-08A58154104E}"/>
    <dgm:cxn modelId="{B391F247-FAEC-4F36-BCD2-0EF25C5D40F0}" type="presOf" srcId="{5C0A0341-E48F-4D8F-B3FA-D1132FF04987}" destId="{770EFFA1-0E8E-4C3C-AA24-842CF3167FF1}" srcOrd="1" destOrd="0" presId="urn:microsoft.com/office/officeart/2005/8/layout/list1"/>
    <dgm:cxn modelId="{E98F2868-B96A-4657-AF25-10F74CD85996}" srcId="{F0B52B94-EC0B-47F5-934B-86FDCED007D8}" destId="{E43EACBE-21BC-4D77-AAD4-8AA1DFB91B89}" srcOrd="4" destOrd="0" parTransId="{D327AFC9-F04C-460B-9E49-9A9418AD1DC2}" sibTransId="{4D53BD7C-8DEA-43D6-B2C5-B7505E96BA1D}"/>
    <dgm:cxn modelId="{D14DD051-0D54-4292-9D2F-D44B4087FB1A}" type="presOf" srcId="{E43EACBE-21BC-4D77-AAD4-8AA1DFB91B89}" destId="{A6AF7103-9551-47FA-AF42-FB9AFA2017D3}" srcOrd="0" destOrd="0" presId="urn:microsoft.com/office/officeart/2005/8/layout/list1"/>
    <dgm:cxn modelId="{1FFC917C-2A12-452B-BDAD-18AA4344117F}" srcId="{F0B52B94-EC0B-47F5-934B-86FDCED007D8}" destId="{6CF1238A-D55E-4FC7-95DC-BFFC4BA7B91D}" srcOrd="0" destOrd="0" parTransId="{B41E77EA-891E-42D5-BA56-E41CF6199FB2}" sibTransId="{55D8BD99-3740-4C59-84C7-96A1AC5FCA9D}"/>
    <dgm:cxn modelId="{47830686-8475-43D3-BDDD-9CBFA9B97C0D}" type="presOf" srcId="{693210C6-1CFF-4107-9DC7-B0684DBA0C06}" destId="{0F46AE05-56DF-45AC-9E5E-ED5E810BDD01}" srcOrd="1" destOrd="0" presId="urn:microsoft.com/office/officeart/2005/8/layout/list1"/>
    <dgm:cxn modelId="{0DF8BBAB-29EF-41B2-B57B-6012D768E481}" srcId="{F0B52B94-EC0B-47F5-934B-86FDCED007D8}" destId="{5C0A0341-E48F-4D8F-B3FA-D1132FF04987}" srcOrd="1" destOrd="0" parTransId="{6AD3EF7D-C304-4516-8F74-900496655DC0}" sibTransId="{A3B8B3F1-CC5B-4A3D-B3C3-50A7ABBB0316}"/>
    <dgm:cxn modelId="{606F1DD0-84B5-4C9E-819C-7ACABCCD766B}" type="presOf" srcId="{3DD1B4EE-7B8B-4DAC-A8C7-0D8C74DF25A5}" destId="{49BC9559-BD7D-4CD2-BEDA-AAA9BC06DC64}" srcOrd="0" destOrd="0" presId="urn:microsoft.com/office/officeart/2005/8/layout/list1"/>
    <dgm:cxn modelId="{C3452CD6-BCF1-425E-87A4-F4A02CC4D62B}" type="presOf" srcId="{CAC5D39E-B811-411C-BA33-15D5C28B9AE7}" destId="{3D33C7B9-8387-4792-A869-A428C5E01D51}" srcOrd="0" destOrd="0" presId="urn:microsoft.com/office/officeart/2005/8/layout/list1"/>
    <dgm:cxn modelId="{7C4686D6-66C1-4A75-BD1C-9A1201D3E376}" type="presOf" srcId="{6CF1238A-D55E-4FC7-95DC-BFFC4BA7B91D}" destId="{50734FCC-F68E-4FE6-A6E8-45D98B4241CF}" srcOrd="0" destOrd="0" presId="urn:microsoft.com/office/officeart/2005/8/layout/list1"/>
    <dgm:cxn modelId="{A36584E8-52EA-48CB-A933-F29A51175D90}" srcId="{F0B52B94-EC0B-47F5-934B-86FDCED007D8}" destId="{693210C6-1CFF-4107-9DC7-B0684DBA0C06}" srcOrd="5" destOrd="0" parTransId="{CBFB63C4-7962-46CD-A630-7E7F141B15F8}" sibTransId="{83C6ACCA-5E29-4204-8EE8-C1775C176BCE}"/>
    <dgm:cxn modelId="{A79EE7F2-7858-475B-86D0-A4F7754B04E7}" type="presOf" srcId="{F0B52B94-EC0B-47F5-934B-86FDCED007D8}" destId="{89BC9EAE-3AD0-44C2-9505-3E2988F2811C}" srcOrd="0" destOrd="0" presId="urn:microsoft.com/office/officeart/2005/8/layout/list1"/>
    <dgm:cxn modelId="{5CB35CF6-9073-4317-8920-D7AB73EE5E9C}" type="presOf" srcId="{8C11C528-B823-443A-A901-15EBA8EB35C4}" destId="{04A3F51C-0F3E-49E6-B260-889C6444D6E1}" srcOrd="0" destOrd="0" presId="urn:microsoft.com/office/officeart/2005/8/layout/list1"/>
    <dgm:cxn modelId="{82F32168-85BC-46FB-B454-4A730963F0E8}" type="presParOf" srcId="{89BC9EAE-3AD0-44C2-9505-3E2988F2811C}" destId="{B01F923C-5A37-43A2-8EA8-1E39D054275D}" srcOrd="0" destOrd="0" presId="urn:microsoft.com/office/officeart/2005/8/layout/list1"/>
    <dgm:cxn modelId="{D5D3F64E-D781-4219-8110-E09B81754A0F}" type="presParOf" srcId="{B01F923C-5A37-43A2-8EA8-1E39D054275D}" destId="{50734FCC-F68E-4FE6-A6E8-45D98B4241CF}" srcOrd="0" destOrd="0" presId="urn:microsoft.com/office/officeart/2005/8/layout/list1"/>
    <dgm:cxn modelId="{D07CCF58-8998-416B-8FB9-303E5228B2D7}" type="presParOf" srcId="{B01F923C-5A37-43A2-8EA8-1E39D054275D}" destId="{98C9AAF1-1A34-4785-A3D2-B40821C26E3D}" srcOrd="1" destOrd="0" presId="urn:microsoft.com/office/officeart/2005/8/layout/list1"/>
    <dgm:cxn modelId="{90FCD214-FDC5-4655-AAB7-6F9D36297212}" type="presParOf" srcId="{89BC9EAE-3AD0-44C2-9505-3E2988F2811C}" destId="{A316DEE8-1F06-40E7-948C-C30E861BF46B}" srcOrd="1" destOrd="0" presId="urn:microsoft.com/office/officeart/2005/8/layout/list1"/>
    <dgm:cxn modelId="{AD4698B9-2289-4A76-B8C2-22D4DFC1BFE9}" type="presParOf" srcId="{89BC9EAE-3AD0-44C2-9505-3E2988F2811C}" destId="{9FE560A2-7006-45B7-AAD7-A920B84B47DC}" srcOrd="2" destOrd="0" presId="urn:microsoft.com/office/officeart/2005/8/layout/list1"/>
    <dgm:cxn modelId="{A838D3BC-B0EC-42AD-BAC8-59B6F032C7C7}" type="presParOf" srcId="{89BC9EAE-3AD0-44C2-9505-3E2988F2811C}" destId="{2EC90361-6162-4216-81D3-352AB1AFBB30}" srcOrd="3" destOrd="0" presId="urn:microsoft.com/office/officeart/2005/8/layout/list1"/>
    <dgm:cxn modelId="{A3DF14A1-11C8-49EF-96B5-69BDAA102FAE}" type="presParOf" srcId="{89BC9EAE-3AD0-44C2-9505-3E2988F2811C}" destId="{35E869C9-C4C3-4A60-9FCC-459801E89607}" srcOrd="4" destOrd="0" presId="urn:microsoft.com/office/officeart/2005/8/layout/list1"/>
    <dgm:cxn modelId="{789E0A02-BA68-45F9-8070-22C1C3D810AF}" type="presParOf" srcId="{35E869C9-C4C3-4A60-9FCC-459801E89607}" destId="{F748FBB1-92DD-44AC-8939-5BDDDFF66D79}" srcOrd="0" destOrd="0" presId="urn:microsoft.com/office/officeart/2005/8/layout/list1"/>
    <dgm:cxn modelId="{75802335-5CBC-4FC9-8F41-9B9DE4AEF729}" type="presParOf" srcId="{35E869C9-C4C3-4A60-9FCC-459801E89607}" destId="{770EFFA1-0E8E-4C3C-AA24-842CF3167FF1}" srcOrd="1" destOrd="0" presId="urn:microsoft.com/office/officeart/2005/8/layout/list1"/>
    <dgm:cxn modelId="{02A0C1FB-965D-42C7-A2B8-F4F13F77D376}" type="presParOf" srcId="{89BC9EAE-3AD0-44C2-9505-3E2988F2811C}" destId="{21229838-1521-41C1-8432-9049C5BB75D8}" srcOrd="5" destOrd="0" presId="urn:microsoft.com/office/officeart/2005/8/layout/list1"/>
    <dgm:cxn modelId="{EAC2FD28-7CC1-4D47-B2B0-9747367ADCB9}" type="presParOf" srcId="{89BC9EAE-3AD0-44C2-9505-3E2988F2811C}" destId="{FEEAB13F-A9B2-4FAF-A374-8231A7B88165}" srcOrd="6" destOrd="0" presId="urn:microsoft.com/office/officeart/2005/8/layout/list1"/>
    <dgm:cxn modelId="{8C7C2A11-5603-4B74-A6DA-BD6631F3CC93}" type="presParOf" srcId="{89BC9EAE-3AD0-44C2-9505-3E2988F2811C}" destId="{54C42984-BF43-4B76-91A9-334100AF459C}" srcOrd="7" destOrd="0" presId="urn:microsoft.com/office/officeart/2005/8/layout/list1"/>
    <dgm:cxn modelId="{85A445AB-E22C-4368-AF3A-BDB990E7BBD0}" type="presParOf" srcId="{89BC9EAE-3AD0-44C2-9505-3E2988F2811C}" destId="{38E7E772-1EB5-4628-BD60-F6B3029992CB}" srcOrd="8" destOrd="0" presId="urn:microsoft.com/office/officeart/2005/8/layout/list1"/>
    <dgm:cxn modelId="{405CFD68-1322-4B4E-8799-F7C5A0965635}" type="presParOf" srcId="{38E7E772-1EB5-4628-BD60-F6B3029992CB}" destId="{04A3F51C-0F3E-49E6-B260-889C6444D6E1}" srcOrd="0" destOrd="0" presId="urn:microsoft.com/office/officeart/2005/8/layout/list1"/>
    <dgm:cxn modelId="{0C57A250-D234-463E-AC77-F8B064976889}" type="presParOf" srcId="{38E7E772-1EB5-4628-BD60-F6B3029992CB}" destId="{175B5D79-944A-4ECC-A959-3F7B9391972C}" srcOrd="1" destOrd="0" presId="urn:microsoft.com/office/officeart/2005/8/layout/list1"/>
    <dgm:cxn modelId="{030C8D3B-A4B9-45DD-97B3-2BDAC1F47F43}" type="presParOf" srcId="{89BC9EAE-3AD0-44C2-9505-3E2988F2811C}" destId="{EA976197-D6B5-4AB9-9467-FF8E21D1128E}" srcOrd="9" destOrd="0" presId="urn:microsoft.com/office/officeart/2005/8/layout/list1"/>
    <dgm:cxn modelId="{8EEED34E-7955-4ED7-A7CF-C7053C2AEFC6}" type="presParOf" srcId="{89BC9EAE-3AD0-44C2-9505-3E2988F2811C}" destId="{D51DE093-2F62-408B-84AC-0977EA7C1C25}" srcOrd="10" destOrd="0" presId="urn:microsoft.com/office/officeart/2005/8/layout/list1"/>
    <dgm:cxn modelId="{246B69F8-B051-4CC5-84AF-E5B81AE253C0}" type="presParOf" srcId="{89BC9EAE-3AD0-44C2-9505-3E2988F2811C}" destId="{24E65BFE-7B59-4435-92C7-42ACBA73C54B}" srcOrd="11" destOrd="0" presId="urn:microsoft.com/office/officeart/2005/8/layout/list1"/>
    <dgm:cxn modelId="{2A73BCA2-BF42-4B53-8B8F-963DE770A050}" type="presParOf" srcId="{89BC9EAE-3AD0-44C2-9505-3E2988F2811C}" destId="{12B35ABA-20C8-4CBB-A33F-18D935814038}" srcOrd="12" destOrd="0" presId="urn:microsoft.com/office/officeart/2005/8/layout/list1"/>
    <dgm:cxn modelId="{11486197-6D78-42D1-B1D3-1D9BFD248EE1}" type="presParOf" srcId="{12B35ABA-20C8-4CBB-A33F-18D935814038}" destId="{49BC9559-BD7D-4CD2-BEDA-AAA9BC06DC64}" srcOrd="0" destOrd="0" presId="urn:microsoft.com/office/officeart/2005/8/layout/list1"/>
    <dgm:cxn modelId="{28121A40-03CE-4E40-B95A-5FDA97FD3A76}" type="presParOf" srcId="{12B35ABA-20C8-4CBB-A33F-18D935814038}" destId="{8777D530-F488-4472-8C68-46E1916684BB}" srcOrd="1" destOrd="0" presId="urn:microsoft.com/office/officeart/2005/8/layout/list1"/>
    <dgm:cxn modelId="{F254FC99-2892-4D65-8678-CDBE27BDA087}" type="presParOf" srcId="{89BC9EAE-3AD0-44C2-9505-3E2988F2811C}" destId="{6E17466E-6A0B-49AA-8343-4BD77EE74A0E}" srcOrd="13" destOrd="0" presId="urn:microsoft.com/office/officeart/2005/8/layout/list1"/>
    <dgm:cxn modelId="{5C5F8D26-B20D-4F02-9FF1-DB2076C74912}" type="presParOf" srcId="{89BC9EAE-3AD0-44C2-9505-3E2988F2811C}" destId="{7C35A6FF-6FD6-469A-8336-731B67894009}" srcOrd="14" destOrd="0" presId="urn:microsoft.com/office/officeart/2005/8/layout/list1"/>
    <dgm:cxn modelId="{848ACA82-B687-4E34-9E59-ED8130F8591F}" type="presParOf" srcId="{89BC9EAE-3AD0-44C2-9505-3E2988F2811C}" destId="{D77CD76C-F3EA-42AE-8618-E6C1A4B50A5A}" srcOrd="15" destOrd="0" presId="urn:microsoft.com/office/officeart/2005/8/layout/list1"/>
    <dgm:cxn modelId="{C6C2C9A0-AB31-4189-94FE-44F1BDD03D58}" type="presParOf" srcId="{89BC9EAE-3AD0-44C2-9505-3E2988F2811C}" destId="{3EC9C6BE-DA76-4251-88E4-7CFC97985CA9}" srcOrd="16" destOrd="0" presId="urn:microsoft.com/office/officeart/2005/8/layout/list1"/>
    <dgm:cxn modelId="{C8D85725-CFA2-4605-8AF4-C976DCEE0B9C}" type="presParOf" srcId="{3EC9C6BE-DA76-4251-88E4-7CFC97985CA9}" destId="{A6AF7103-9551-47FA-AF42-FB9AFA2017D3}" srcOrd="0" destOrd="0" presId="urn:microsoft.com/office/officeart/2005/8/layout/list1"/>
    <dgm:cxn modelId="{F1BD5EE5-8738-4219-AC95-8F9C8FBD4D4A}" type="presParOf" srcId="{3EC9C6BE-DA76-4251-88E4-7CFC97985CA9}" destId="{0EB1D6CE-9E63-4B2B-8D4E-BD9E2102C96E}" srcOrd="1" destOrd="0" presId="urn:microsoft.com/office/officeart/2005/8/layout/list1"/>
    <dgm:cxn modelId="{A9E20F93-676B-4E5F-B194-57A07328AC67}" type="presParOf" srcId="{89BC9EAE-3AD0-44C2-9505-3E2988F2811C}" destId="{5DEB7B4D-C942-442A-B867-94A0CE836B9C}" srcOrd="17" destOrd="0" presId="urn:microsoft.com/office/officeart/2005/8/layout/list1"/>
    <dgm:cxn modelId="{5D823D1F-012E-4000-A2CF-2C7EF26016E8}" type="presParOf" srcId="{89BC9EAE-3AD0-44C2-9505-3E2988F2811C}" destId="{46924352-315C-47B9-9ABA-44EB959556CA}" srcOrd="18" destOrd="0" presId="urn:microsoft.com/office/officeart/2005/8/layout/list1"/>
    <dgm:cxn modelId="{E4B8B4BB-2A20-4AA8-A1E4-74641CF1210C}" type="presParOf" srcId="{89BC9EAE-3AD0-44C2-9505-3E2988F2811C}" destId="{ABF49F40-0F1E-4535-A853-252DA0C189CF}" srcOrd="19" destOrd="0" presId="urn:microsoft.com/office/officeart/2005/8/layout/list1"/>
    <dgm:cxn modelId="{F798AAD8-DDA2-4F91-8923-25BFFC425DD2}" type="presParOf" srcId="{89BC9EAE-3AD0-44C2-9505-3E2988F2811C}" destId="{2C9C96AA-794E-4372-93C2-20562C561D02}" srcOrd="20" destOrd="0" presId="urn:microsoft.com/office/officeart/2005/8/layout/list1"/>
    <dgm:cxn modelId="{A029F921-CE0C-408C-92D4-5E014407ABC7}" type="presParOf" srcId="{2C9C96AA-794E-4372-93C2-20562C561D02}" destId="{D7A1EEF5-C6B0-4D0F-83F5-A8E6EE071552}" srcOrd="0" destOrd="0" presId="urn:microsoft.com/office/officeart/2005/8/layout/list1"/>
    <dgm:cxn modelId="{1A6E3BF7-3611-4819-973F-1F9E6BDE64E2}" type="presParOf" srcId="{2C9C96AA-794E-4372-93C2-20562C561D02}" destId="{0F46AE05-56DF-45AC-9E5E-ED5E810BDD01}" srcOrd="1" destOrd="0" presId="urn:microsoft.com/office/officeart/2005/8/layout/list1"/>
    <dgm:cxn modelId="{724812D4-1581-4A23-AE85-D3043776FF67}" type="presParOf" srcId="{89BC9EAE-3AD0-44C2-9505-3E2988F2811C}" destId="{D058AE0E-EEBC-45C8-9C59-39B021425C89}" srcOrd="21" destOrd="0" presId="urn:microsoft.com/office/officeart/2005/8/layout/list1"/>
    <dgm:cxn modelId="{FF8AF25C-A141-43F0-9C97-0AED236D55C9}" type="presParOf" srcId="{89BC9EAE-3AD0-44C2-9505-3E2988F2811C}" destId="{6CBCF35C-0065-493F-999F-076EBA82A89E}" srcOrd="22" destOrd="0" presId="urn:microsoft.com/office/officeart/2005/8/layout/list1"/>
    <dgm:cxn modelId="{24FF926E-9388-422B-B57B-86877FED7109}" type="presParOf" srcId="{89BC9EAE-3AD0-44C2-9505-3E2988F2811C}" destId="{682D33D4-96DB-41ED-BDC6-F460B9B5CFB8}" srcOrd="23" destOrd="0" presId="urn:microsoft.com/office/officeart/2005/8/layout/list1"/>
    <dgm:cxn modelId="{8DEB4175-7810-45AD-AC2C-FAB5C5E5C5D5}" type="presParOf" srcId="{89BC9EAE-3AD0-44C2-9505-3E2988F2811C}" destId="{286C36A2-9C5E-44DA-8E45-D7C14EA0C031}" srcOrd="24" destOrd="0" presId="urn:microsoft.com/office/officeart/2005/8/layout/list1"/>
    <dgm:cxn modelId="{98BF161D-1EB6-4DD6-A168-76D625F53F10}" type="presParOf" srcId="{286C36A2-9C5E-44DA-8E45-D7C14EA0C031}" destId="{3D33C7B9-8387-4792-A869-A428C5E01D51}" srcOrd="0" destOrd="0" presId="urn:microsoft.com/office/officeart/2005/8/layout/list1"/>
    <dgm:cxn modelId="{E5C74F6A-9271-4447-B2DE-0ECB83215F1C}" type="presParOf" srcId="{286C36A2-9C5E-44DA-8E45-D7C14EA0C031}" destId="{A7D3BCE2-A96A-40FD-B39B-5113BB91CE7F}" srcOrd="1" destOrd="0" presId="urn:microsoft.com/office/officeart/2005/8/layout/list1"/>
    <dgm:cxn modelId="{5DCD73D6-6197-47CC-94A3-B806582CD108}" type="presParOf" srcId="{89BC9EAE-3AD0-44C2-9505-3E2988F2811C}" destId="{0A8E1A63-8B7F-4A12-9866-4AAE57566B47}" srcOrd="25" destOrd="0" presId="urn:microsoft.com/office/officeart/2005/8/layout/list1"/>
    <dgm:cxn modelId="{E100A973-80F8-4E77-8C60-2ABEF0DEF6B9}" type="presParOf" srcId="{89BC9EAE-3AD0-44C2-9505-3E2988F2811C}" destId="{069AFDB1-319B-4E42-8F21-8BC4AD7508FE}" srcOrd="26"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531247F-FDA8-474C-9BAC-0149209E21B7}"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4F6FBF29-8CD3-4AF6-A413-23CF37DBC85F}">
      <dgm:prSet/>
      <dgm:spPr/>
      <dgm:t>
        <a:bodyPr/>
        <a:lstStyle/>
        <a:p>
          <a:r>
            <a:rPr lang="en-GB" b="0" i="0"/>
            <a:t>Obsessive-compulsive disorder (OCD)</a:t>
          </a:r>
          <a:endParaRPr lang="en-US"/>
        </a:p>
      </dgm:t>
    </dgm:pt>
    <dgm:pt modelId="{BCC17E6E-E656-4086-B7F1-64E4DBE02BB9}" cxnId="{33AB0E67-9B7A-4E3A-B331-5F6C749433FD}" type="parTrans">
      <dgm:prSet/>
      <dgm:spPr/>
      <dgm:t>
        <a:bodyPr/>
        <a:lstStyle/>
        <a:p>
          <a:endParaRPr lang="en-US"/>
        </a:p>
      </dgm:t>
    </dgm:pt>
    <dgm:pt modelId="{93DBB361-FD90-4852-A7C8-0807F646EF38}" cxnId="{33AB0E67-9B7A-4E3A-B331-5F6C749433FD}" type="sibTrans">
      <dgm:prSet/>
      <dgm:spPr/>
      <dgm:t>
        <a:bodyPr/>
        <a:lstStyle/>
        <a:p>
          <a:endParaRPr lang="en-US"/>
        </a:p>
      </dgm:t>
    </dgm:pt>
    <dgm:pt modelId="{58A53900-2171-40F1-AC7D-52E4683D594F}">
      <dgm:prSet/>
      <dgm:spPr/>
      <dgm:t>
        <a:bodyPr/>
        <a:lstStyle/>
        <a:p>
          <a:r>
            <a:rPr lang="en-GB" b="0" i="0"/>
            <a:t>Body Dysmorphic Disorder</a:t>
          </a:r>
          <a:endParaRPr lang="en-US"/>
        </a:p>
      </dgm:t>
    </dgm:pt>
    <dgm:pt modelId="{5A3F995B-394A-49C1-9F96-76D5108CC61D}" cxnId="{DC023E55-DDE6-489A-B8B6-5E420D00C5E2}" type="parTrans">
      <dgm:prSet/>
      <dgm:spPr/>
      <dgm:t>
        <a:bodyPr/>
        <a:lstStyle/>
        <a:p>
          <a:endParaRPr lang="en-US"/>
        </a:p>
      </dgm:t>
    </dgm:pt>
    <dgm:pt modelId="{46B1266A-CB07-485F-8922-4E225DCE3DD7}" cxnId="{DC023E55-DDE6-489A-B8B6-5E420D00C5E2}" type="sibTrans">
      <dgm:prSet/>
      <dgm:spPr/>
      <dgm:t>
        <a:bodyPr/>
        <a:lstStyle/>
        <a:p>
          <a:endParaRPr lang="en-US"/>
        </a:p>
      </dgm:t>
    </dgm:pt>
    <dgm:pt modelId="{FFB2A41E-9056-463A-B55A-823CA0372265}">
      <dgm:prSet/>
      <dgm:spPr/>
      <dgm:t>
        <a:bodyPr/>
        <a:lstStyle/>
        <a:p>
          <a:r>
            <a:rPr lang="en-GB" b="0" i="0"/>
            <a:t>Hoarding Disorder</a:t>
          </a:r>
          <a:endParaRPr lang="en-US"/>
        </a:p>
      </dgm:t>
    </dgm:pt>
    <dgm:pt modelId="{C871CFF7-D2EE-43AB-B9D0-CD630282C61C}" cxnId="{1E08BACC-40C2-447F-9F8A-ADAFEED77E4A}" type="parTrans">
      <dgm:prSet/>
      <dgm:spPr/>
      <dgm:t>
        <a:bodyPr/>
        <a:lstStyle/>
        <a:p>
          <a:endParaRPr lang="en-US"/>
        </a:p>
      </dgm:t>
    </dgm:pt>
    <dgm:pt modelId="{76830B9A-00FE-4251-9D96-69320916917D}" cxnId="{1E08BACC-40C2-447F-9F8A-ADAFEED77E4A}" type="sibTrans">
      <dgm:prSet/>
      <dgm:spPr/>
      <dgm:t>
        <a:bodyPr/>
        <a:lstStyle/>
        <a:p>
          <a:endParaRPr lang="en-US"/>
        </a:p>
      </dgm:t>
    </dgm:pt>
    <dgm:pt modelId="{5E8D3A2D-2215-4EBD-87FF-BCB1FC17B19D}">
      <dgm:prSet/>
      <dgm:spPr/>
      <dgm:t>
        <a:bodyPr/>
        <a:lstStyle/>
        <a:p>
          <a:r>
            <a:rPr lang="en-GB" b="0" i="0"/>
            <a:t>Trichotillomania (Hair-Pulling Disorder)</a:t>
          </a:r>
          <a:endParaRPr lang="en-US"/>
        </a:p>
      </dgm:t>
    </dgm:pt>
    <dgm:pt modelId="{172A2C48-6908-47CA-933D-61253777FBFE}" cxnId="{78A233B3-EF05-417C-A9F2-C8A6C94B4386}" type="parTrans">
      <dgm:prSet/>
      <dgm:spPr/>
      <dgm:t>
        <a:bodyPr/>
        <a:lstStyle/>
        <a:p>
          <a:endParaRPr lang="en-US"/>
        </a:p>
      </dgm:t>
    </dgm:pt>
    <dgm:pt modelId="{6473B71A-38D9-425C-850C-BE01BC2BB39B}" cxnId="{78A233B3-EF05-417C-A9F2-C8A6C94B4386}" type="sibTrans">
      <dgm:prSet/>
      <dgm:spPr/>
      <dgm:t>
        <a:bodyPr/>
        <a:lstStyle/>
        <a:p>
          <a:endParaRPr lang="en-US"/>
        </a:p>
      </dgm:t>
    </dgm:pt>
    <dgm:pt modelId="{9BAD9FC5-31E3-47CE-9340-75BE1E8DFADB}">
      <dgm:prSet/>
      <dgm:spPr/>
      <dgm:t>
        <a:bodyPr/>
        <a:lstStyle/>
        <a:p>
          <a:r>
            <a:rPr lang="en-GB" b="0" i="0"/>
            <a:t>Excoriation (Skin-Picking) Disorder</a:t>
          </a:r>
          <a:endParaRPr lang="en-US"/>
        </a:p>
      </dgm:t>
    </dgm:pt>
    <dgm:pt modelId="{AB3E4C21-BB17-4CF1-A896-FF90B437FC61}" cxnId="{50B07316-20DB-4507-8AC4-868A17BB5226}" type="parTrans">
      <dgm:prSet/>
      <dgm:spPr/>
      <dgm:t>
        <a:bodyPr/>
        <a:lstStyle/>
        <a:p>
          <a:endParaRPr lang="en-US"/>
        </a:p>
      </dgm:t>
    </dgm:pt>
    <dgm:pt modelId="{5D08189D-6EA9-4C1F-8339-DF11F6810157}" cxnId="{50B07316-20DB-4507-8AC4-868A17BB5226}" type="sibTrans">
      <dgm:prSet/>
      <dgm:spPr/>
      <dgm:t>
        <a:bodyPr/>
        <a:lstStyle/>
        <a:p>
          <a:endParaRPr lang="en-US"/>
        </a:p>
      </dgm:t>
    </dgm:pt>
    <dgm:pt modelId="{A48297F9-5C86-4AC1-8436-9BD58AEBD701}" type="pres">
      <dgm:prSet presAssocID="{A531247F-FDA8-474C-9BAC-0149209E21B7}" presName="linear" presStyleCnt="0">
        <dgm:presLayoutVars>
          <dgm:dir/>
          <dgm:animLvl val="lvl"/>
          <dgm:resizeHandles val="exact"/>
        </dgm:presLayoutVars>
      </dgm:prSet>
      <dgm:spPr/>
    </dgm:pt>
    <dgm:pt modelId="{4B2D3A27-36CB-45B7-B157-517D4B361701}" type="pres">
      <dgm:prSet presAssocID="{4F6FBF29-8CD3-4AF6-A413-23CF37DBC85F}" presName="parentLin" presStyleCnt="0"/>
      <dgm:spPr/>
    </dgm:pt>
    <dgm:pt modelId="{DD1B5548-877E-4A70-823E-7AF8929F8C7B}" type="pres">
      <dgm:prSet presAssocID="{4F6FBF29-8CD3-4AF6-A413-23CF37DBC85F}" presName="parentLeftMargin" presStyleLbl="node1" presStyleIdx="0" presStyleCnt="5"/>
      <dgm:spPr/>
    </dgm:pt>
    <dgm:pt modelId="{02C2ADB4-4012-4DDD-9FED-7D976D074B0B}" type="pres">
      <dgm:prSet presAssocID="{4F6FBF29-8CD3-4AF6-A413-23CF37DBC85F}" presName="parentText" presStyleLbl="node1" presStyleIdx="0" presStyleCnt="5">
        <dgm:presLayoutVars>
          <dgm:chMax val="0"/>
          <dgm:bulletEnabled val="1"/>
        </dgm:presLayoutVars>
      </dgm:prSet>
      <dgm:spPr/>
    </dgm:pt>
    <dgm:pt modelId="{6357A060-30DB-4410-9A33-095481359BE0}" type="pres">
      <dgm:prSet presAssocID="{4F6FBF29-8CD3-4AF6-A413-23CF37DBC85F}" presName="negativeSpace" presStyleCnt="0"/>
      <dgm:spPr/>
    </dgm:pt>
    <dgm:pt modelId="{239B36AB-7117-4155-903F-FC5CD32B85EE}" type="pres">
      <dgm:prSet presAssocID="{4F6FBF29-8CD3-4AF6-A413-23CF37DBC85F}" presName="childText" presStyleLbl="conFgAcc1" presStyleIdx="0" presStyleCnt="5">
        <dgm:presLayoutVars>
          <dgm:bulletEnabled val="1"/>
        </dgm:presLayoutVars>
      </dgm:prSet>
      <dgm:spPr/>
    </dgm:pt>
    <dgm:pt modelId="{DCA70EB8-3640-4554-9864-1ABD544936DD}" type="pres">
      <dgm:prSet presAssocID="{93DBB361-FD90-4852-A7C8-0807F646EF38}" presName="spaceBetweenRectangles" presStyleCnt="0"/>
      <dgm:spPr/>
    </dgm:pt>
    <dgm:pt modelId="{C7059693-D770-40F9-8A97-308CF52DFB14}" type="pres">
      <dgm:prSet presAssocID="{58A53900-2171-40F1-AC7D-52E4683D594F}" presName="parentLin" presStyleCnt="0"/>
      <dgm:spPr/>
    </dgm:pt>
    <dgm:pt modelId="{5F09305A-3112-42BB-8D6D-652D4DE870B7}" type="pres">
      <dgm:prSet presAssocID="{58A53900-2171-40F1-AC7D-52E4683D594F}" presName="parentLeftMargin" presStyleLbl="node1" presStyleIdx="0" presStyleCnt="5"/>
      <dgm:spPr/>
    </dgm:pt>
    <dgm:pt modelId="{57732CD5-FA5A-4331-B6D5-445C5A7DF55E}" type="pres">
      <dgm:prSet presAssocID="{58A53900-2171-40F1-AC7D-52E4683D594F}" presName="parentText" presStyleLbl="node1" presStyleIdx="1" presStyleCnt="5">
        <dgm:presLayoutVars>
          <dgm:chMax val="0"/>
          <dgm:bulletEnabled val="1"/>
        </dgm:presLayoutVars>
      </dgm:prSet>
      <dgm:spPr/>
    </dgm:pt>
    <dgm:pt modelId="{2287DB0F-08E9-4825-A29D-87BD6543D88C}" type="pres">
      <dgm:prSet presAssocID="{58A53900-2171-40F1-AC7D-52E4683D594F}" presName="negativeSpace" presStyleCnt="0"/>
      <dgm:spPr/>
    </dgm:pt>
    <dgm:pt modelId="{AB490A1B-B445-4CA3-A80C-F68918E8F243}" type="pres">
      <dgm:prSet presAssocID="{58A53900-2171-40F1-AC7D-52E4683D594F}" presName="childText" presStyleLbl="conFgAcc1" presStyleIdx="1" presStyleCnt="5">
        <dgm:presLayoutVars>
          <dgm:bulletEnabled val="1"/>
        </dgm:presLayoutVars>
      </dgm:prSet>
      <dgm:spPr/>
    </dgm:pt>
    <dgm:pt modelId="{92380533-D27F-452C-A8B8-95BD75C8FBCB}" type="pres">
      <dgm:prSet presAssocID="{46B1266A-CB07-485F-8922-4E225DCE3DD7}" presName="spaceBetweenRectangles" presStyleCnt="0"/>
      <dgm:spPr/>
    </dgm:pt>
    <dgm:pt modelId="{29042BE6-7F27-462E-BC22-FA4F75D3C82D}" type="pres">
      <dgm:prSet presAssocID="{FFB2A41E-9056-463A-B55A-823CA0372265}" presName="parentLin" presStyleCnt="0"/>
      <dgm:spPr/>
    </dgm:pt>
    <dgm:pt modelId="{E4E01D26-6EB2-4DA5-8EFD-7DD00E6D7A58}" type="pres">
      <dgm:prSet presAssocID="{FFB2A41E-9056-463A-B55A-823CA0372265}" presName="parentLeftMargin" presStyleLbl="node1" presStyleIdx="1" presStyleCnt="5"/>
      <dgm:spPr/>
    </dgm:pt>
    <dgm:pt modelId="{B898BA73-01C9-481C-8B8C-3832AB17B5ED}" type="pres">
      <dgm:prSet presAssocID="{FFB2A41E-9056-463A-B55A-823CA0372265}" presName="parentText" presStyleLbl="node1" presStyleIdx="2" presStyleCnt="5">
        <dgm:presLayoutVars>
          <dgm:chMax val="0"/>
          <dgm:bulletEnabled val="1"/>
        </dgm:presLayoutVars>
      </dgm:prSet>
      <dgm:spPr/>
    </dgm:pt>
    <dgm:pt modelId="{0EF99367-83AA-4804-B881-A6C33DF4064A}" type="pres">
      <dgm:prSet presAssocID="{FFB2A41E-9056-463A-B55A-823CA0372265}" presName="negativeSpace" presStyleCnt="0"/>
      <dgm:spPr/>
    </dgm:pt>
    <dgm:pt modelId="{C84ADD55-2123-4BDE-B4C3-759AC6F913AC}" type="pres">
      <dgm:prSet presAssocID="{FFB2A41E-9056-463A-B55A-823CA0372265}" presName="childText" presStyleLbl="conFgAcc1" presStyleIdx="2" presStyleCnt="5">
        <dgm:presLayoutVars>
          <dgm:bulletEnabled val="1"/>
        </dgm:presLayoutVars>
      </dgm:prSet>
      <dgm:spPr/>
    </dgm:pt>
    <dgm:pt modelId="{271E136F-D856-4338-810A-B277157BE3F9}" type="pres">
      <dgm:prSet presAssocID="{76830B9A-00FE-4251-9D96-69320916917D}" presName="spaceBetweenRectangles" presStyleCnt="0"/>
      <dgm:spPr/>
    </dgm:pt>
    <dgm:pt modelId="{E789799C-2D75-434C-AA0F-D27AA1C2BD0E}" type="pres">
      <dgm:prSet presAssocID="{5E8D3A2D-2215-4EBD-87FF-BCB1FC17B19D}" presName="parentLin" presStyleCnt="0"/>
      <dgm:spPr/>
    </dgm:pt>
    <dgm:pt modelId="{D51DCF02-CD83-49BA-B2D5-85783132E18A}" type="pres">
      <dgm:prSet presAssocID="{5E8D3A2D-2215-4EBD-87FF-BCB1FC17B19D}" presName="parentLeftMargin" presStyleLbl="node1" presStyleIdx="2" presStyleCnt="5"/>
      <dgm:spPr/>
    </dgm:pt>
    <dgm:pt modelId="{FE7FE663-03CD-48DE-86EB-1ABCDB476C09}" type="pres">
      <dgm:prSet presAssocID="{5E8D3A2D-2215-4EBD-87FF-BCB1FC17B19D}" presName="parentText" presStyleLbl="node1" presStyleIdx="3" presStyleCnt="5">
        <dgm:presLayoutVars>
          <dgm:chMax val="0"/>
          <dgm:bulletEnabled val="1"/>
        </dgm:presLayoutVars>
      </dgm:prSet>
      <dgm:spPr/>
    </dgm:pt>
    <dgm:pt modelId="{9B86ADF0-FE62-4BA9-8F45-B70E9C70D9D3}" type="pres">
      <dgm:prSet presAssocID="{5E8D3A2D-2215-4EBD-87FF-BCB1FC17B19D}" presName="negativeSpace" presStyleCnt="0"/>
      <dgm:spPr/>
    </dgm:pt>
    <dgm:pt modelId="{D1F28703-3C9E-4F45-9E6D-23F15251C97C}" type="pres">
      <dgm:prSet presAssocID="{5E8D3A2D-2215-4EBD-87FF-BCB1FC17B19D}" presName="childText" presStyleLbl="conFgAcc1" presStyleIdx="3" presStyleCnt="5">
        <dgm:presLayoutVars>
          <dgm:bulletEnabled val="1"/>
        </dgm:presLayoutVars>
      </dgm:prSet>
      <dgm:spPr/>
    </dgm:pt>
    <dgm:pt modelId="{7E4B38EC-C426-4EF1-A21C-6E25145F9A9A}" type="pres">
      <dgm:prSet presAssocID="{6473B71A-38D9-425C-850C-BE01BC2BB39B}" presName="spaceBetweenRectangles" presStyleCnt="0"/>
      <dgm:spPr/>
    </dgm:pt>
    <dgm:pt modelId="{32E33AD4-A9F5-4AE8-88E6-856F8D832BE4}" type="pres">
      <dgm:prSet presAssocID="{9BAD9FC5-31E3-47CE-9340-75BE1E8DFADB}" presName="parentLin" presStyleCnt="0"/>
      <dgm:spPr/>
    </dgm:pt>
    <dgm:pt modelId="{15E02135-EC62-4A8C-9CC7-EA654E4CF280}" type="pres">
      <dgm:prSet presAssocID="{9BAD9FC5-31E3-47CE-9340-75BE1E8DFADB}" presName="parentLeftMargin" presStyleLbl="node1" presStyleIdx="3" presStyleCnt="5"/>
      <dgm:spPr/>
    </dgm:pt>
    <dgm:pt modelId="{B6ED83DA-51FE-462B-8B64-DCEE140A9CC7}" type="pres">
      <dgm:prSet presAssocID="{9BAD9FC5-31E3-47CE-9340-75BE1E8DFADB}" presName="parentText" presStyleLbl="node1" presStyleIdx="4" presStyleCnt="5">
        <dgm:presLayoutVars>
          <dgm:chMax val="0"/>
          <dgm:bulletEnabled val="1"/>
        </dgm:presLayoutVars>
      </dgm:prSet>
      <dgm:spPr/>
    </dgm:pt>
    <dgm:pt modelId="{3B9ED3A9-3373-410E-B402-F51B28B602B3}" type="pres">
      <dgm:prSet presAssocID="{9BAD9FC5-31E3-47CE-9340-75BE1E8DFADB}" presName="negativeSpace" presStyleCnt="0"/>
      <dgm:spPr/>
    </dgm:pt>
    <dgm:pt modelId="{E657685F-7862-43FD-8304-5517E15BA12C}" type="pres">
      <dgm:prSet presAssocID="{9BAD9FC5-31E3-47CE-9340-75BE1E8DFADB}" presName="childText" presStyleLbl="conFgAcc1" presStyleIdx="4" presStyleCnt="5">
        <dgm:presLayoutVars>
          <dgm:bulletEnabled val="1"/>
        </dgm:presLayoutVars>
      </dgm:prSet>
      <dgm:spPr/>
    </dgm:pt>
  </dgm:ptLst>
  <dgm:cxnLst>
    <dgm:cxn modelId="{86E41A0C-52E1-47C5-B74F-A6109B39A3F5}" type="presOf" srcId="{9BAD9FC5-31E3-47CE-9340-75BE1E8DFADB}" destId="{15E02135-EC62-4A8C-9CC7-EA654E4CF280}" srcOrd="0" destOrd="0" presId="urn:microsoft.com/office/officeart/2005/8/layout/list1"/>
    <dgm:cxn modelId="{50B07316-20DB-4507-8AC4-868A17BB5226}" srcId="{A531247F-FDA8-474C-9BAC-0149209E21B7}" destId="{9BAD9FC5-31E3-47CE-9340-75BE1E8DFADB}" srcOrd="4" destOrd="0" parTransId="{AB3E4C21-BB17-4CF1-A896-FF90B437FC61}" sibTransId="{5D08189D-6EA9-4C1F-8339-DF11F6810157}"/>
    <dgm:cxn modelId="{601EF41B-EBB3-4712-A571-5420488819B3}" type="presOf" srcId="{58A53900-2171-40F1-AC7D-52E4683D594F}" destId="{5F09305A-3112-42BB-8D6D-652D4DE870B7}" srcOrd="0" destOrd="0" presId="urn:microsoft.com/office/officeart/2005/8/layout/list1"/>
    <dgm:cxn modelId="{D2002241-1364-4196-B335-72CCDC28F2E2}" type="presOf" srcId="{FFB2A41E-9056-463A-B55A-823CA0372265}" destId="{B898BA73-01C9-481C-8B8C-3832AB17B5ED}" srcOrd="1" destOrd="0" presId="urn:microsoft.com/office/officeart/2005/8/layout/list1"/>
    <dgm:cxn modelId="{989C8442-2B8E-46AD-9F66-BF6EA9BF31B8}" type="presOf" srcId="{9BAD9FC5-31E3-47CE-9340-75BE1E8DFADB}" destId="{B6ED83DA-51FE-462B-8B64-DCEE140A9CC7}" srcOrd="1" destOrd="0" presId="urn:microsoft.com/office/officeart/2005/8/layout/list1"/>
    <dgm:cxn modelId="{B1C4B745-55F8-4571-9942-A9DD83617E09}" type="presOf" srcId="{58A53900-2171-40F1-AC7D-52E4683D594F}" destId="{57732CD5-FA5A-4331-B6D5-445C5A7DF55E}" srcOrd="1" destOrd="0" presId="urn:microsoft.com/office/officeart/2005/8/layout/list1"/>
    <dgm:cxn modelId="{33AB0E67-9B7A-4E3A-B331-5F6C749433FD}" srcId="{A531247F-FDA8-474C-9BAC-0149209E21B7}" destId="{4F6FBF29-8CD3-4AF6-A413-23CF37DBC85F}" srcOrd="0" destOrd="0" parTransId="{BCC17E6E-E656-4086-B7F1-64E4DBE02BB9}" sibTransId="{93DBB361-FD90-4852-A7C8-0807F646EF38}"/>
    <dgm:cxn modelId="{DC023E55-DDE6-489A-B8B6-5E420D00C5E2}" srcId="{A531247F-FDA8-474C-9BAC-0149209E21B7}" destId="{58A53900-2171-40F1-AC7D-52E4683D594F}" srcOrd="1" destOrd="0" parTransId="{5A3F995B-394A-49C1-9F96-76D5108CC61D}" sibTransId="{46B1266A-CB07-485F-8922-4E225DCE3DD7}"/>
    <dgm:cxn modelId="{AA287E82-58C6-46CE-92ED-476A690BE476}" type="presOf" srcId="{5E8D3A2D-2215-4EBD-87FF-BCB1FC17B19D}" destId="{D51DCF02-CD83-49BA-B2D5-85783132E18A}" srcOrd="0" destOrd="0" presId="urn:microsoft.com/office/officeart/2005/8/layout/list1"/>
    <dgm:cxn modelId="{F3E0A789-13F3-4249-AB50-2C3BB7384068}" type="presOf" srcId="{FFB2A41E-9056-463A-B55A-823CA0372265}" destId="{E4E01D26-6EB2-4DA5-8EFD-7DD00E6D7A58}" srcOrd="0" destOrd="0" presId="urn:microsoft.com/office/officeart/2005/8/layout/list1"/>
    <dgm:cxn modelId="{3C492997-13B1-476D-9042-12C66CEADFD9}" type="presOf" srcId="{4F6FBF29-8CD3-4AF6-A413-23CF37DBC85F}" destId="{02C2ADB4-4012-4DDD-9FED-7D976D074B0B}" srcOrd="1" destOrd="0" presId="urn:microsoft.com/office/officeart/2005/8/layout/list1"/>
    <dgm:cxn modelId="{0DCE8E99-E407-4C16-9230-3DE793F5A0FF}" type="presOf" srcId="{5E8D3A2D-2215-4EBD-87FF-BCB1FC17B19D}" destId="{FE7FE663-03CD-48DE-86EB-1ABCDB476C09}" srcOrd="1" destOrd="0" presId="urn:microsoft.com/office/officeart/2005/8/layout/list1"/>
    <dgm:cxn modelId="{B72B679F-0D93-459B-8D40-276E0AB71FE4}" type="presOf" srcId="{A531247F-FDA8-474C-9BAC-0149209E21B7}" destId="{A48297F9-5C86-4AC1-8436-9BD58AEBD701}" srcOrd="0" destOrd="0" presId="urn:microsoft.com/office/officeart/2005/8/layout/list1"/>
    <dgm:cxn modelId="{78A233B3-EF05-417C-A9F2-C8A6C94B4386}" srcId="{A531247F-FDA8-474C-9BAC-0149209E21B7}" destId="{5E8D3A2D-2215-4EBD-87FF-BCB1FC17B19D}" srcOrd="3" destOrd="0" parTransId="{172A2C48-6908-47CA-933D-61253777FBFE}" sibTransId="{6473B71A-38D9-425C-850C-BE01BC2BB39B}"/>
    <dgm:cxn modelId="{1E08BACC-40C2-447F-9F8A-ADAFEED77E4A}" srcId="{A531247F-FDA8-474C-9BAC-0149209E21B7}" destId="{FFB2A41E-9056-463A-B55A-823CA0372265}" srcOrd="2" destOrd="0" parTransId="{C871CFF7-D2EE-43AB-B9D0-CD630282C61C}" sibTransId="{76830B9A-00FE-4251-9D96-69320916917D}"/>
    <dgm:cxn modelId="{C1D895EC-25A8-4326-B2CA-BCB2CA4B5B8E}" type="presOf" srcId="{4F6FBF29-8CD3-4AF6-A413-23CF37DBC85F}" destId="{DD1B5548-877E-4A70-823E-7AF8929F8C7B}" srcOrd="0" destOrd="0" presId="urn:microsoft.com/office/officeart/2005/8/layout/list1"/>
    <dgm:cxn modelId="{8408F105-5036-4F0A-947A-9A98CB5ED4B5}" type="presParOf" srcId="{A48297F9-5C86-4AC1-8436-9BD58AEBD701}" destId="{4B2D3A27-36CB-45B7-B157-517D4B361701}" srcOrd="0" destOrd="0" presId="urn:microsoft.com/office/officeart/2005/8/layout/list1"/>
    <dgm:cxn modelId="{97D33803-8D6A-4C79-BE71-8A20167D56E5}" type="presParOf" srcId="{4B2D3A27-36CB-45B7-B157-517D4B361701}" destId="{DD1B5548-877E-4A70-823E-7AF8929F8C7B}" srcOrd="0" destOrd="0" presId="urn:microsoft.com/office/officeart/2005/8/layout/list1"/>
    <dgm:cxn modelId="{8E4479CD-CE9C-4A74-AAAC-49BEC95414A2}" type="presParOf" srcId="{4B2D3A27-36CB-45B7-B157-517D4B361701}" destId="{02C2ADB4-4012-4DDD-9FED-7D976D074B0B}" srcOrd="1" destOrd="0" presId="urn:microsoft.com/office/officeart/2005/8/layout/list1"/>
    <dgm:cxn modelId="{88FA6693-225F-4F16-B133-41BE4F9FFA14}" type="presParOf" srcId="{A48297F9-5C86-4AC1-8436-9BD58AEBD701}" destId="{6357A060-30DB-4410-9A33-095481359BE0}" srcOrd="1" destOrd="0" presId="urn:microsoft.com/office/officeart/2005/8/layout/list1"/>
    <dgm:cxn modelId="{7665E6B8-84F3-48D5-9057-371B2B98DC94}" type="presParOf" srcId="{A48297F9-5C86-4AC1-8436-9BD58AEBD701}" destId="{239B36AB-7117-4155-903F-FC5CD32B85EE}" srcOrd="2" destOrd="0" presId="urn:microsoft.com/office/officeart/2005/8/layout/list1"/>
    <dgm:cxn modelId="{BA81D9E9-CABA-4BEE-92F0-169E0EC95DA0}" type="presParOf" srcId="{A48297F9-5C86-4AC1-8436-9BD58AEBD701}" destId="{DCA70EB8-3640-4554-9864-1ABD544936DD}" srcOrd="3" destOrd="0" presId="urn:microsoft.com/office/officeart/2005/8/layout/list1"/>
    <dgm:cxn modelId="{277CB076-008F-40EB-B2F9-0EFAF664EAA7}" type="presParOf" srcId="{A48297F9-5C86-4AC1-8436-9BD58AEBD701}" destId="{C7059693-D770-40F9-8A97-308CF52DFB14}" srcOrd="4" destOrd="0" presId="urn:microsoft.com/office/officeart/2005/8/layout/list1"/>
    <dgm:cxn modelId="{C9FFB5B6-6C52-433E-8621-F51C4DECB1FC}" type="presParOf" srcId="{C7059693-D770-40F9-8A97-308CF52DFB14}" destId="{5F09305A-3112-42BB-8D6D-652D4DE870B7}" srcOrd="0" destOrd="0" presId="urn:microsoft.com/office/officeart/2005/8/layout/list1"/>
    <dgm:cxn modelId="{06407F31-00B3-44AE-9E0A-3E57FB261076}" type="presParOf" srcId="{C7059693-D770-40F9-8A97-308CF52DFB14}" destId="{57732CD5-FA5A-4331-B6D5-445C5A7DF55E}" srcOrd="1" destOrd="0" presId="urn:microsoft.com/office/officeart/2005/8/layout/list1"/>
    <dgm:cxn modelId="{CE432426-3E6C-499C-BBF6-53C52F1F86D1}" type="presParOf" srcId="{A48297F9-5C86-4AC1-8436-9BD58AEBD701}" destId="{2287DB0F-08E9-4825-A29D-87BD6543D88C}" srcOrd="5" destOrd="0" presId="urn:microsoft.com/office/officeart/2005/8/layout/list1"/>
    <dgm:cxn modelId="{81DD5A4B-CC4B-4F58-A836-0DE2D8C85DF5}" type="presParOf" srcId="{A48297F9-5C86-4AC1-8436-9BD58AEBD701}" destId="{AB490A1B-B445-4CA3-A80C-F68918E8F243}" srcOrd="6" destOrd="0" presId="urn:microsoft.com/office/officeart/2005/8/layout/list1"/>
    <dgm:cxn modelId="{09203D8F-8CB5-4CAC-8865-A785713E063E}" type="presParOf" srcId="{A48297F9-5C86-4AC1-8436-9BD58AEBD701}" destId="{92380533-D27F-452C-A8B8-95BD75C8FBCB}" srcOrd="7" destOrd="0" presId="urn:microsoft.com/office/officeart/2005/8/layout/list1"/>
    <dgm:cxn modelId="{912C369F-A714-436B-AB27-E15F3D07F894}" type="presParOf" srcId="{A48297F9-5C86-4AC1-8436-9BD58AEBD701}" destId="{29042BE6-7F27-462E-BC22-FA4F75D3C82D}" srcOrd="8" destOrd="0" presId="urn:microsoft.com/office/officeart/2005/8/layout/list1"/>
    <dgm:cxn modelId="{746EEB99-BDEA-4FED-9E5B-56BA20B79181}" type="presParOf" srcId="{29042BE6-7F27-462E-BC22-FA4F75D3C82D}" destId="{E4E01D26-6EB2-4DA5-8EFD-7DD00E6D7A58}" srcOrd="0" destOrd="0" presId="urn:microsoft.com/office/officeart/2005/8/layout/list1"/>
    <dgm:cxn modelId="{9DB63B5E-26CA-4C78-9AAA-BA003CA33786}" type="presParOf" srcId="{29042BE6-7F27-462E-BC22-FA4F75D3C82D}" destId="{B898BA73-01C9-481C-8B8C-3832AB17B5ED}" srcOrd="1" destOrd="0" presId="urn:microsoft.com/office/officeart/2005/8/layout/list1"/>
    <dgm:cxn modelId="{15B0B503-99F5-4DF1-BFE7-E7227714D3D6}" type="presParOf" srcId="{A48297F9-5C86-4AC1-8436-9BD58AEBD701}" destId="{0EF99367-83AA-4804-B881-A6C33DF4064A}" srcOrd="9" destOrd="0" presId="urn:microsoft.com/office/officeart/2005/8/layout/list1"/>
    <dgm:cxn modelId="{F7FF9491-C9EC-46D8-A37C-2AFB5F0927C1}" type="presParOf" srcId="{A48297F9-5C86-4AC1-8436-9BD58AEBD701}" destId="{C84ADD55-2123-4BDE-B4C3-759AC6F913AC}" srcOrd="10" destOrd="0" presId="urn:microsoft.com/office/officeart/2005/8/layout/list1"/>
    <dgm:cxn modelId="{7179DABC-A1DA-4012-B915-E14F8E62B68C}" type="presParOf" srcId="{A48297F9-5C86-4AC1-8436-9BD58AEBD701}" destId="{271E136F-D856-4338-810A-B277157BE3F9}" srcOrd="11" destOrd="0" presId="urn:microsoft.com/office/officeart/2005/8/layout/list1"/>
    <dgm:cxn modelId="{7FEC159F-C172-4213-B8FF-63653389B0D8}" type="presParOf" srcId="{A48297F9-5C86-4AC1-8436-9BD58AEBD701}" destId="{E789799C-2D75-434C-AA0F-D27AA1C2BD0E}" srcOrd="12" destOrd="0" presId="urn:microsoft.com/office/officeart/2005/8/layout/list1"/>
    <dgm:cxn modelId="{93171F53-F662-4D00-AFE1-30D7FA037BDF}" type="presParOf" srcId="{E789799C-2D75-434C-AA0F-D27AA1C2BD0E}" destId="{D51DCF02-CD83-49BA-B2D5-85783132E18A}" srcOrd="0" destOrd="0" presId="urn:microsoft.com/office/officeart/2005/8/layout/list1"/>
    <dgm:cxn modelId="{C188CFB4-4E03-4E13-9AFC-07CE76A24BA3}" type="presParOf" srcId="{E789799C-2D75-434C-AA0F-D27AA1C2BD0E}" destId="{FE7FE663-03CD-48DE-86EB-1ABCDB476C09}" srcOrd="1" destOrd="0" presId="urn:microsoft.com/office/officeart/2005/8/layout/list1"/>
    <dgm:cxn modelId="{4DE4CC78-E7DB-4B0C-916C-F239D5A03D8C}" type="presParOf" srcId="{A48297F9-5C86-4AC1-8436-9BD58AEBD701}" destId="{9B86ADF0-FE62-4BA9-8F45-B70E9C70D9D3}" srcOrd="13" destOrd="0" presId="urn:microsoft.com/office/officeart/2005/8/layout/list1"/>
    <dgm:cxn modelId="{FCE1EFCD-92C1-4E3E-B350-EFD6E8B48A6F}" type="presParOf" srcId="{A48297F9-5C86-4AC1-8436-9BD58AEBD701}" destId="{D1F28703-3C9E-4F45-9E6D-23F15251C97C}" srcOrd="14" destOrd="0" presId="urn:microsoft.com/office/officeart/2005/8/layout/list1"/>
    <dgm:cxn modelId="{B6BDE71A-4533-46B8-A94B-C608414C9666}" type="presParOf" srcId="{A48297F9-5C86-4AC1-8436-9BD58AEBD701}" destId="{7E4B38EC-C426-4EF1-A21C-6E25145F9A9A}" srcOrd="15" destOrd="0" presId="urn:microsoft.com/office/officeart/2005/8/layout/list1"/>
    <dgm:cxn modelId="{E61035E4-BCE8-48D2-8BDB-1D94A9BE770F}" type="presParOf" srcId="{A48297F9-5C86-4AC1-8436-9BD58AEBD701}" destId="{32E33AD4-A9F5-4AE8-88E6-856F8D832BE4}" srcOrd="16" destOrd="0" presId="urn:microsoft.com/office/officeart/2005/8/layout/list1"/>
    <dgm:cxn modelId="{D5F8871C-6599-4A53-AC5F-6C252C59EB1A}" type="presParOf" srcId="{32E33AD4-A9F5-4AE8-88E6-856F8D832BE4}" destId="{15E02135-EC62-4A8C-9CC7-EA654E4CF280}" srcOrd="0" destOrd="0" presId="urn:microsoft.com/office/officeart/2005/8/layout/list1"/>
    <dgm:cxn modelId="{8864DD2C-F215-45D6-A6E8-6B2BE4973D86}" type="presParOf" srcId="{32E33AD4-A9F5-4AE8-88E6-856F8D832BE4}" destId="{B6ED83DA-51FE-462B-8B64-DCEE140A9CC7}" srcOrd="1" destOrd="0" presId="urn:microsoft.com/office/officeart/2005/8/layout/list1"/>
    <dgm:cxn modelId="{E84E89A1-DC19-4A6C-8C69-D96C69BE9ED0}" type="presParOf" srcId="{A48297F9-5C86-4AC1-8436-9BD58AEBD701}" destId="{3B9ED3A9-3373-410E-B402-F51B28B602B3}" srcOrd="17" destOrd="0" presId="urn:microsoft.com/office/officeart/2005/8/layout/list1"/>
    <dgm:cxn modelId="{6200882F-B4A2-406B-9F30-DBF5B27AB9CD}" type="presParOf" srcId="{A48297F9-5C86-4AC1-8436-9BD58AEBD701}" destId="{E657685F-7862-43FD-8304-5517E15BA12C}"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531247F-FDA8-474C-9BAC-0149209E21B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F6FBF29-8CD3-4AF6-A413-23CF37DBC85F}">
      <dgm:prSet/>
      <dgm:spPr/>
      <dgm:t>
        <a:bodyPr/>
        <a:lstStyle/>
        <a:p>
          <a:r>
            <a:rPr lang="en-GB" b="0" i="0" dirty="0"/>
            <a:t>Major Depressive Disorder</a:t>
          </a:r>
          <a:endParaRPr lang="en-US" dirty="0"/>
        </a:p>
      </dgm:t>
    </dgm:pt>
    <dgm:pt modelId="{BCC17E6E-E656-4086-B7F1-64E4DBE02BB9}" cxnId="{33AB0E67-9B7A-4E3A-B331-5F6C749433FD}" type="parTrans">
      <dgm:prSet/>
      <dgm:spPr/>
      <dgm:t>
        <a:bodyPr/>
        <a:lstStyle/>
        <a:p>
          <a:endParaRPr lang="en-US"/>
        </a:p>
      </dgm:t>
    </dgm:pt>
    <dgm:pt modelId="{93DBB361-FD90-4852-A7C8-0807F646EF38}" cxnId="{33AB0E67-9B7A-4E3A-B331-5F6C749433FD}" type="sibTrans">
      <dgm:prSet/>
      <dgm:spPr/>
      <dgm:t>
        <a:bodyPr/>
        <a:lstStyle/>
        <a:p>
          <a:endParaRPr lang="en-US"/>
        </a:p>
      </dgm:t>
    </dgm:pt>
    <dgm:pt modelId="{58A53900-2171-40F1-AC7D-52E4683D594F}">
      <dgm:prSet/>
      <dgm:spPr/>
      <dgm:t>
        <a:bodyPr/>
        <a:lstStyle/>
        <a:p>
          <a:r>
            <a:rPr lang="en-GB" b="0" i="0" dirty="0"/>
            <a:t>Persistent Depressive Disorder</a:t>
          </a:r>
          <a:endParaRPr lang="en-US" dirty="0"/>
        </a:p>
      </dgm:t>
    </dgm:pt>
    <dgm:pt modelId="{5A3F995B-394A-49C1-9F96-76D5108CC61D}" cxnId="{DC023E55-DDE6-489A-B8B6-5E420D00C5E2}" type="parTrans">
      <dgm:prSet/>
      <dgm:spPr/>
      <dgm:t>
        <a:bodyPr/>
        <a:lstStyle/>
        <a:p>
          <a:endParaRPr lang="en-US"/>
        </a:p>
      </dgm:t>
    </dgm:pt>
    <dgm:pt modelId="{46B1266A-CB07-485F-8922-4E225DCE3DD7}" cxnId="{DC023E55-DDE6-489A-B8B6-5E420D00C5E2}" type="sibTrans">
      <dgm:prSet/>
      <dgm:spPr/>
      <dgm:t>
        <a:bodyPr/>
        <a:lstStyle/>
        <a:p>
          <a:endParaRPr lang="en-US"/>
        </a:p>
      </dgm:t>
    </dgm:pt>
    <dgm:pt modelId="{FFB2A41E-9056-463A-B55A-823CA0372265}">
      <dgm:prSet/>
      <dgm:spPr/>
      <dgm:t>
        <a:bodyPr/>
        <a:lstStyle/>
        <a:p>
          <a:r>
            <a:rPr lang="en-GB" b="0" i="0" dirty="0"/>
            <a:t>Bipolar I</a:t>
          </a:r>
          <a:endParaRPr lang="en-US" dirty="0"/>
        </a:p>
      </dgm:t>
    </dgm:pt>
    <dgm:pt modelId="{C871CFF7-D2EE-43AB-B9D0-CD630282C61C}" cxnId="{1E08BACC-40C2-447F-9F8A-ADAFEED77E4A}" type="parTrans">
      <dgm:prSet/>
      <dgm:spPr/>
      <dgm:t>
        <a:bodyPr/>
        <a:lstStyle/>
        <a:p>
          <a:endParaRPr lang="en-US"/>
        </a:p>
      </dgm:t>
    </dgm:pt>
    <dgm:pt modelId="{76830B9A-00FE-4251-9D96-69320916917D}" cxnId="{1E08BACC-40C2-447F-9F8A-ADAFEED77E4A}" type="sibTrans">
      <dgm:prSet/>
      <dgm:spPr/>
      <dgm:t>
        <a:bodyPr/>
        <a:lstStyle/>
        <a:p>
          <a:endParaRPr lang="en-US"/>
        </a:p>
      </dgm:t>
    </dgm:pt>
    <dgm:pt modelId="{5E8D3A2D-2215-4EBD-87FF-BCB1FC17B19D}">
      <dgm:prSet/>
      <dgm:spPr/>
      <dgm:t>
        <a:bodyPr/>
        <a:lstStyle/>
        <a:p>
          <a:r>
            <a:rPr lang="en-GB" b="0" i="0" dirty="0"/>
            <a:t>Bipolar II</a:t>
          </a:r>
          <a:endParaRPr lang="en-US" dirty="0"/>
        </a:p>
      </dgm:t>
    </dgm:pt>
    <dgm:pt modelId="{172A2C48-6908-47CA-933D-61253777FBFE}" cxnId="{78A233B3-EF05-417C-A9F2-C8A6C94B4386}" type="parTrans">
      <dgm:prSet/>
      <dgm:spPr/>
      <dgm:t>
        <a:bodyPr/>
        <a:lstStyle/>
        <a:p>
          <a:endParaRPr lang="en-US"/>
        </a:p>
      </dgm:t>
    </dgm:pt>
    <dgm:pt modelId="{6473B71A-38D9-425C-850C-BE01BC2BB39B}" cxnId="{78A233B3-EF05-417C-A9F2-C8A6C94B4386}" type="sibTrans">
      <dgm:prSet/>
      <dgm:spPr/>
      <dgm:t>
        <a:bodyPr/>
        <a:lstStyle/>
        <a:p>
          <a:endParaRPr lang="en-US"/>
        </a:p>
      </dgm:t>
    </dgm:pt>
    <dgm:pt modelId="{A48297F9-5C86-4AC1-8436-9BD58AEBD701}" type="pres">
      <dgm:prSet presAssocID="{A531247F-FDA8-474C-9BAC-0149209E21B7}" presName="linear" presStyleCnt="0">
        <dgm:presLayoutVars>
          <dgm:dir/>
          <dgm:animLvl val="lvl"/>
          <dgm:resizeHandles val="exact"/>
        </dgm:presLayoutVars>
      </dgm:prSet>
      <dgm:spPr/>
    </dgm:pt>
    <dgm:pt modelId="{4B2D3A27-36CB-45B7-B157-517D4B361701}" type="pres">
      <dgm:prSet presAssocID="{4F6FBF29-8CD3-4AF6-A413-23CF37DBC85F}" presName="parentLin" presStyleCnt="0"/>
      <dgm:spPr/>
    </dgm:pt>
    <dgm:pt modelId="{DD1B5548-877E-4A70-823E-7AF8929F8C7B}" type="pres">
      <dgm:prSet presAssocID="{4F6FBF29-8CD3-4AF6-A413-23CF37DBC85F}" presName="parentLeftMargin" presStyleLbl="node1" presStyleIdx="0" presStyleCnt="4"/>
      <dgm:spPr/>
    </dgm:pt>
    <dgm:pt modelId="{02C2ADB4-4012-4DDD-9FED-7D976D074B0B}" type="pres">
      <dgm:prSet presAssocID="{4F6FBF29-8CD3-4AF6-A413-23CF37DBC85F}" presName="parentText" presStyleLbl="node1" presStyleIdx="0" presStyleCnt="4">
        <dgm:presLayoutVars>
          <dgm:chMax val="0"/>
          <dgm:bulletEnabled val="1"/>
        </dgm:presLayoutVars>
      </dgm:prSet>
      <dgm:spPr/>
    </dgm:pt>
    <dgm:pt modelId="{6357A060-30DB-4410-9A33-095481359BE0}" type="pres">
      <dgm:prSet presAssocID="{4F6FBF29-8CD3-4AF6-A413-23CF37DBC85F}" presName="negativeSpace" presStyleCnt="0"/>
      <dgm:spPr/>
    </dgm:pt>
    <dgm:pt modelId="{239B36AB-7117-4155-903F-FC5CD32B85EE}" type="pres">
      <dgm:prSet presAssocID="{4F6FBF29-8CD3-4AF6-A413-23CF37DBC85F}" presName="childText" presStyleLbl="conFgAcc1" presStyleIdx="0" presStyleCnt="4">
        <dgm:presLayoutVars>
          <dgm:bulletEnabled val="1"/>
        </dgm:presLayoutVars>
      </dgm:prSet>
      <dgm:spPr/>
    </dgm:pt>
    <dgm:pt modelId="{DCA70EB8-3640-4554-9864-1ABD544936DD}" type="pres">
      <dgm:prSet presAssocID="{93DBB361-FD90-4852-A7C8-0807F646EF38}" presName="spaceBetweenRectangles" presStyleCnt="0"/>
      <dgm:spPr/>
    </dgm:pt>
    <dgm:pt modelId="{C7059693-D770-40F9-8A97-308CF52DFB14}" type="pres">
      <dgm:prSet presAssocID="{58A53900-2171-40F1-AC7D-52E4683D594F}" presName="parentLin" presStyleCnt="0"/>
      <dgm:spPr/>
    </dgm:pt>
    <dgm:pt modelId="{5F09305A-3112-42BB-8D6D-652D4DE870B7}" type="pres">
      <dgm:prSet presAssocID="{58A53900-2171-40F1-AC7D-52E4683D594F}" presName="parentLeftMargin" presStyleLbl="node1" presStyleIdx="0" presStyleCnt="4"/>
      <dgm:spPr/>
    </dgm:pt>
    <dgm:pt modelId="{57732CD5-FA5A-4331-B6D5-445C5A7DF55E}" type="pres">
      <dgm:prSet presAssocID="{58A53900-2171-40F1-AC7D-52E4683D594F}" presName="parentText" presStyleLbl="node1" presStyleIdx="1" presStyleCnt="4">
        <dgm:presLayoutVars>
          <dgm:chMax val="0"/>
          <dgm:bulletEnabled val="1"/>
        </dgm:presLayoutVars>
      </dgm:prSet>
      <dgm:spPr/>
    </dgm:pt>
    <dgm:pt modelId="{2287DB0F-08E9-4825-A29D-87BD6543D88C}" type="pres">
      <dgm:prSet presAssocID="{58A53900-2171-40F1-AC7D-52E4683D594F}" presName="negativeSpace" presStyleCnt="0"/>
      <dgm:spPr/>
    </dgm:pt>
    <dgm:pt modelId="{AB490A1B-B445-4CA3-A80C-F68918E8F243}" type="pres">
      <dgm:prSet presAssocID="{58A53900-2171-40F1-AC7D-52E4683D594F}" presName="childText" presStyleLbl="conFgAcc1" presStyleIdx="1" presStyleCnt="4">
        <dgm:presLayoutVars>
          <dgm:bulletEnabled val="1"/>
        </dgm:presLayoutVars>
      </dgm:prSet>
      <dgm:spPr/>
    </dgm:pt>
    <dgm:pt modelId="{92380533-D27F-452C-A8B8-95BD75C8FBCB}" type="pres">
      <dgm:prSet presAssocID="{46B1266A-CB07-485F-8922-4E225DCE3DD7}" presName="spaceBetweenRectangles" presStyleCnt="0"/>
      <dgm:spPr/>
    </dgm:pt>
    <dgm:pt modelId="{29042BE6-7F27-462E-BC22-FA4F75D3C82D}" type="pres">
      <dgm:prSet presAssocID="{FFB2A41E-9056-463A-B55A-823CA0372265}" presName="parentLin" presStyleCnt="0"/>
      <dgm:spPr/>
    </dgm:pt>
    <dgm:pt modelId="{E4E01D26-6EB2-4DA5-8EFD-7DD00E6D7A58}" type="pres">
      <dgm:prSet presAssocID="{FFB2A41E-9056-463A-B55A-823CA0372265}" presName="parentLeftMargin" presStyleLbl="node1" presStyleIdx="1" presStyleCnt="4"/>
      <dgm:spPr/>
    </dgm:pt>
    <dgm:pt modelId="{B898BA73-01C9-481C-8B8C-3832AB17B5ED}" type="pres">
      <dgm:prSet presAssocID="{FFB2A41E-9056-463A-B55A-823CA0372265}" presName="parentText" presStyleLbl="node1" presStyleIdx="2" presStyleCnt="4">
        <dgm:presLayoutVars>
          <dgm:chMax val="0"/>
          <dgm:bulletEnabled val="1"/>
        </dgm:presLayoutVars>
      </dgm:prSet>
      <dgm:spPr/>
    </dgm:pt>
    <dgm:pt modelId="{0EF99367-83AA-4804-B881-A6C33DF4064A}" type="pres">
      <dgm:prSet presAssocID="{FFB2A41E-9056-463A-B55A-823CA0372265}" presName="negativeSpace" presStyleCnt="0"/>
      <dgm:spPr/>
    </dgm:pt>
    <dgm:pt modelId="{C84ADD55-2123-4BDE-B4C3-759AC6F913AC}" type="pres">
      <dgm:prSet presAssocID="{FFB2A41E-9056-463A-B55A-823CA0372265}" presName="childText" presStyleLbl="conFgAcc1" presStyleIdx="2" presStyleCnt="4">
        <dgm:presLayoutVars>
          <dgm:bulletEnabled val="1"/>
        </dgm:presLayoutVars>
      </dgm:prSet>
      <dgm:spPr/>
    </dgm:pt>
    <dgm:pt modelId="{271E136F-D856-4338-810A-B277157BE3F9}" type="pres">
      <dgm:prSet presAssocID="{76830B9A-00FE-4251-9D96-69320916917D}" presName="spaceBetweenRectangles" presStyleCnt="0"/>
      <dgm:spPr/>
    </dgm:pt>
    <dgm:pt modelId="{E789799C-2D75-434C-AA0F-D27AA1C2BD0E}" type="pres">
      <dgm:prSet presAssocID="{5E8D3A2D-2215-4EBD-87FF-BCB1FC17B19D}" presName="parentLin" presStyleCnt="0"/>
      <dgm:spPr/>
    </dgm:pt>
    <dgm:pt modelId="{D51DCF02-CD83-49BA-B2D5-85783132E18A}" type="pres">
      <dgm:prSet presAssocID="{5E8D3A2D-2215-4EBD-87FF-BCB1FC17B19D}" presName="parentLeftMargin" presStyleLbl="node1" presStyleIdx="2" presStyleCnt="4"/>
      <dgm:spPr/>
    </dgm:pt>
    <dgm:pt modelId="{FE7FE663-03CD-48DE-86EB-1ABCDB476C09}" type="pres">
      <dgm:prSet presAssocID="{5E8D3A2D-2215-4EBD-87FF-BCB1FC17B19D}" presName="parentText" presStyleLbl="node1" presStyleIdx="3" presStyleCnt="4">
        <dgm:presLayoutVars>
          <dgm:chMax val="0"/>
          <dgm:bulletEnabled val="1"/>
        </dgm:presLayoutVars>
      </dgm:prSet>
      <dgm:spPr/>
    </dgm:pt>
    <dgm:pt modelId="{9B86ADF0-FE62-4BA9-8F45-B70E9C70D9D3}" type="pres">
      <dgm:prSet presAssocID="{5E8D3A2D-2215-4EBD-87FF-BCB1FC17B19D}" presName="negativeSpace" presStyleCnt="0"/>
      <dgm:spPr/>
    </dgm:pt>
    <dgm:pt modelId="{D1F28703-3C9E-4F45-9E6D-23F15251C97C}" type="pres">
      <dgm:prSet presAssocID="{5E8D3A2D-2215-4EBD-87FF-BCB1FC17B19D}" presName="childText" presStyleLbl="conFgAcc1" presStyleIdx="3" presStyleCnt="4">
        <dgm:presLayoutVars>
          <dgm:bulletEnabled val="1"/>
        </dgm:presLayoutVars>
      </dgm:prSet>
      <dgm:spPr/>
    </dgm:pt>
  </dgm:ptLst>
  <dgm:cxnLst>
    <dgm:cxn modelId="{601EF41B-EBB3-4712-A571-5420488819B3}" type="presOf" srcId="{58A53900-2171-40F1-AC7D-52E4683D594F}" destId="{5F09305A-3112-42BB-8D6D-652D4DE870B7}" srcOrd="0" destOrd="0" presId="urn:microsoft.com/office/officeart/2005/8/layout/list1"/>
    <dgm:cxn modelId="{D2002241-1364-4196-B335-72CCDC28F2E2}" type="presOf" srcId="{FFB2A41E-9056-463A-B55A-823CA0372265}" destId="{B898BA73-01C9-481C-8B8C-3832AB17B5ED}" srcOrd="1" destOrd="0" presId="urn:microsoft.com/office/officeart/2005/8/layout/list1"/>
    <dgm:cxn modelId="{B1C4B745-55F8-4571-9942-A9DD83617E09}" type="presOf" srcId="{58A53900-2171-40F1-AC7D-52E4683D594F}" destId="{57732CD5-FA5A-4331-B6D5-445C5A7DF55E}" srcOrd="1" destOrd="0" presId="urn:microsoft.com/office/officeart/2005/8/layout/list1"/>
    <dgm:cxn modelId="{33AB0E67-9B7A-4E3A-B331-5F6C749433FD}" srcId="{A531247F-FDA8-474C-9BAC-0149209E21B7}" destId="{4F6FBF29-8CD3-4AF6-A413-23CF37DBC85F}" srcOrd="0" destOrd="0" parTransId="{BCC17E6E-E656-4086-B7F1-64E4DBE02BB9}" sibTransId="{93DBB361-FD90-4852-A7C8-0807F646EF38}"/>
    <dgm:cxn modelId="{DC023E55-DDE6-489A-B8B6-5E420D00C5E2}" srcId="{A531247F-FDA8-474C-9BAC-0149209E21B7}" destId="{58A53900-2171-40F1-AC7D-52E4683D594F}" srcOrd="1" destOrd="0" parTransId="{5A3F995B-394A-49C1-9F96-76D5108CC61D}" sibTransId="{46B1266A-CB07-485F-8922-4E225DCE3DD7}"/>
    <dgm:cxn modelId="{AA287E82-58C6-46CE-92ED-476A690BE476}" type="presOf" srcId="{5E8D3A2D-2215-4EBD-87FF-BCB1FC17B19D}" destId="{D51DCF02-CD83-49BA-B2D5-85783132E18A}" srcOrd="0" destOrd="0" presId="urn:microsoft.com/office/officeart/2005/8/layout/list1"/>
    <dgm:cxn modelId="{F3E0A789-13F3-4249-AB50-2C3BB7384068}" type="presOf" srcId="{FFB2A41E-9056-463A-B55A-823CA0372265}" destId="{E4E01D26-6EB2-4DA5-8EFD-7DD00E6D7A58}" srcOrd="0" destOrd="0" presId="urn:microsoft.com/office/officeart/2005/8/layout/list1"/>
    <dgm:cxn modelId="{3C492997-13B1-476D-9042-12C66CEADFD9}" type="presOf" srcId="{4F6FBF29-8CD3-4AF6-A413-23CF37DBC85F}" destId="{02C2ADB4-4012-4DDD-9FED-7D976D074B0B}" srcOrd="1" destOrd="0" presId="urn:microsoft.com/office/officeart/2005/8/layout/list1"/>
    <dgm:cxn modelId="{0DCE8E99-E407-4C16-9230-3DE793F5A0FF}" type="presOf" srcId="{5E8D3A2D-2215-4EBD-87FF-BCB1FC17B19D}" destId="{FE7FE663-03CD-48DE-86EB-1ABCDB476C09}" srcOrd="1" destOrd="0" presId="urn:microsoft.com/office/officeart/2005/8/layout/list1"/>
    <dgm:cxn modelId="{B72B679F-0D93-459B-8D40-276E0AB71FE4}" type="presOf" srcId="{A531247F-FDA8-474C-9BAC-0149209E21B7}" destId="{A48297F9-5C86-4AC1-8436-9BD58AEBD701}" srcOrd="0" destOrd="0" presId="urn:microsoft.com/office/officeart/2005/8/layout/list1"/>
    <dgm:cxn modelId="{78A233B3-EF05-417C-A9F2-C8A6C94B4386}" srcId="{A531247F-FDA8-474C-9BAC-0149209E21B7}" destId="{5E8D3A2D-2215-4EBD-87FF-BCB1FC17B19D}" srcOrd="3" destOrd="0" parTransId="{172A2C48-6908-47CA-933D-61253777FBFE}" sibTransId="{6473B71A-38D9-425C-850C-BE01BC2BB39B}"/>
    <dgm:cxn modelId="{1E08BACC-40C2-447F-9F8A-ADAFEED77E4A}" srcId="{A531247F-FDA8-474C-9BAC-0149209E21B7}" destId="{FFB2A41E-9056-463A-B55A-823CA0372265}" srcOrd="2" destOrd="0" parTransId="{C871CFF7-D2EE-43AB-B9D0-CD630282C61C}" sibTransId="{76830B9A-00FE-4251-9D96-69320916917D}"/>
    <dgm:cxn modelId="{C1D895EC-25A8-4326-B2CA-BCB2CA4B5B8E}" type="presOf" srcId="{4F6FBF29-8CD3-4AF6-A413-23CF37DBC85F}" destId="{DD1B5548-877E-4A70-823E-7AF8929F8C7B}" srcOrd="0" destOrd="0" presId="urn:microsoft.com/office/officeart/2005/8/layout/list1"/>
    <dgm:cxn modelId="{8408F105-5036-4F0A-947A-9A98CB5ED4B5}" type="presParOf" srcId="{A48297F9-5C86-4AC1-8436-9BD58AEBD701}" destId="{4B2D3A27-36CB-45B7-B157-517D4B361701}" srcOrd="0" destOrd="0" presId="urn:microsoft.com/office/officeart/2005/8/layout/list1"/>
    <dgm:cxn modelId="{97D33803-8D6A-4C79-BE71-8A20167D56E5}" type="presParOf" srcId="{4B2D3A27-36CB-45B7-B157-517D4B361701}" destId="{DD1B5548-877E-4A70-823E-7AF8929F8C7B}" srcOrd="0" destOrd="0" presId="urn:microsoft.com/office/officeart/2005/8/layout/list1"/>
    <dgm:cxn modelId="{8E4479CD-CE9C-4A74-AAAC-49BEC95414A2}" type="presParOf" srcId="{4B2D3A27-36CB-45B7-B157-517D4B361701}" destId="{02C2ADB4-4012-4DDD-9FED-7D976D074B0B}" srcOrd="1" destOrd="0" presId="urn:microsoft.com/office/officeart/2005/8/layout/list1"/>
    <dgm:cxn modelId="{88FA6693-225F-4F16-B133-41BE4F9FFA14}" type="presParOf" srcId="{A48297F9-5C86-4AC1-8436-9BD58AEBD701}" destId="{6357A060-30DB-4410-9A33-095481359BE0}" srcOrd="1" destOrd="0" presId="urn:microsoft.com/office/officeart/2005/8/layout/list1"/>
    <dgm:cxn modelId="{7665E6B8-84F3-48D5-9057-371B2B98DC94}" type="presParOf" srcId="{A48297F9-5C86-4AC1-8436-9BD58AEBD701}" destId="{239B36AB-7117-4155-903F-FC5CD32B85EE}" srcOrd="2" destOrd="0" presId="urn:microsoft.com/office/officeart/2005/8/layout/list1"/>
    <dgm:cxn modelId="{BA81D9E9-CABA-4BEE-92F0-169E0EC95DA0}" type="presParOf" srcId="{A48297F9-5C86-4AC1-8436-9BD58AEBD701}" destId="{DCA70EB8-3640-4554-9864-1ABD544936DD}" srcOrd="3" destOrd="0" presId="urn:microsoft.com/office/officeart/2005/8/layout/list1"/>
    <dgm:cxn modelId="{277CB076-008F-40EB-B2F9-0EFAF664EAA7}" type="presParOf" srcId="{A48297F9-5C86-4AC1-8436-9BD58AEBD701}" destId="{C7059693-D770-40F9-8A97-308CF52DFB14}" srcOrd="4" destOrd="0" presId="urn:microsoft.com/office/officeart/2005/8/layout/list1"/>
    <dgm:cxn modelId="{C9FFB5B6-6C52-433E-8621-F51C4DECB1FC}" type="presParOf" srcId="{C7059693-D770-40F9-8A97-308CF52DFB14}" destId="{5F09305A-3112-42BB-8D6D-652D4DE870B7}" srcOrd="0" destOrd="0" presId="urn:microsoft.com/office/officeart/2005/8/layout/list1"/>
    <dgm:cxn modelId="{06407F31-00B3-44AE-9E0A-3E57FB261076}" type="presParOf" srcId="{C7059693-D770-40F9-8A97-308CF52DFB14}" destId="{57732CD5-FA5A-4331-B6D5-445C5A7DF55E}" srcOrd="1" destOrd="0" presId="urn:microsoft.com/office/officeart/2005/8/layout/list1"/>
    <dgm:cxn modelId="{CE432426-3E6C-499C-BBF6-53C52F1F86D1}" type="presParOf" srcId="{A48297F9-5C86-4AC1-8436-9BD58AEBD701}" destId="{2287DB0F-08E9-4825-A29D-87BD6543D88C}" srcOrd="5" destOrd="0" presId="urn:microsoft.com/office/officeart/2005/8/layout/list1"/>
    <dgm:cxn modelId="{81DD5A4B-CC4B-4F58-A836-0DE2D8C85DF5}" type="presParOf" srcId="{A48297F9-5C86-4AC1-8436-9BD58AEBD701}" destId="{AB490A1B-B445-4CA3-A80C-F68918E8F243}" srcOrd="6" destOrd="0" presId="urn:microsoft.com/office/officeart/2005/8/layout/list1"/>
    <dgm:cxn modelId="{09203D8F-8CB5-4CAC-8865-A785713E063E}" type="presParOf" srcId="{A48297F9-5C86-4AC1-8436-9BD58AEBD701}" destId="{92380533-D27F-452C-A8B8-95BD75C8FBCB}" srcOrd="7" destOrd="0" presId="urn:microsoft.com/office/officeart/2005/8/layout/list1"/>
    <dgm:cxn modelId="{912C369F-A714-436B-AB27-E15F3D07F894}" type="presParOf" srcId="{A48297F9-5C86-4AC1-8436-9BD58AEBD701}" destId="{29042BE6-7F27-462E-BC22-FA4F75D3C82D}" srcOrd="8" destOrd="0" presId="urn:microsoft.com/office/officeart/2005/8/layout/list1"/>
    <dgm:cxn modelId="{746EEB99-BDEA-4FED-9E5B-56BA20B79181}" type="presParOf" srcId="{29042BE6-7F27-462E-BC22-FA4F75D3C82D}" destId="{E4E01D26-6EB2-4DA5-8EFD-7DD00E6D7A58}" srcOrd="0" destOrd="0" presId="urn:microsoft.com/office/officeart/2005/8/layout/list1"/>
    <dgm:cxn modelId="{9DB63B5E-26CA-4C78-9AAA-BA003CA33786}" type="presParOf" srcId="{29042BE6-7F27-462E-BC22-FA4F75D3C82D}" destId="{B898BA73-01C9-481C-8B8C-3832AB17B5ED}" srcOrd="1" destOrd="0" presId="urn:microsoft.com/office/officeart/2005/8/layout/list1"/>
    <dgm:cxn modelId="{15B0B503-99F5-4DF1-BFE7-E7227714D3D6}" type="presParOf" srcId="{A48297F9-5C86-4AC1-8436-9BD58AEBD701}" destId="{0EF99367-83AA-4804-B881-A6C33DF4064A}" srcOrd="9" destOrd="0" presId="urn:microsoft.com/office/officeart/2005/8/layout/list1"/>
    <dgm:cxn modelId="{F7FF9491-C9EC-46D8-A37C-2AFB5F0927C1}" type="presParOf" srcId="{A48297F9-5C86-4AC1-8436-9BD58AEBD701}" destId="{C84ADD55-2123-4BDE-B4C3-759AC6F913AC}" srcOrd="10" destOrd="0" presId="urn:microsoft.com/office/officeart/2005/8/layout/list1"/>
    <dgm:cxn modelId="{7179DABC-A1DA-4012-B915-E14F8E62B68C}" type="presParOf" srcId="{A48297F9-5C86-4AC1-8436-9BD58AEBD701}" destId="{271E136F-D856-4338-810A-B277157BE3F9}" srcOrd="11" destOrd="0" presId="urn:microsoft.com/office/officeart/2005/8/layout/list1"/>
    <dgm:cxn modelId="{7FEC159F-C172-4213-B8FF-63653389B0D8}" type="presParOf" srcId="{A48297F9-5C86-4AC1-8436-9BD58AEBD701}" destId="{E789799C-2D75-434C-AA0F-D27AA1C2BD0E}" srcOrd="12" destOrd="0" presId="urn:microsoft.com/office/officeart/2005/8/layout/list1"/>
    <dgm:cxn modelId="{93171F53-F662-4D00-AFE1-30D7FA037BDF}" type="presParOf" srcId="{E789799C-2D75-434C-AA0F-D27AA1C2BD0E}" destId="{D51DCF02-CD83-49BA-B2D5-85783132E18A}" srcOrd="0" destOrd="0" presId="urn:microsoft.com/office/officeart/2005/8/layout/list1"/>
    <dgm:cxn modelId="{C188CFB4-4E03-4E13-9AFC-07CE76A24BA3}" type="presParOf" srcId="{E789799C-2D75-434C-AA0F-D27AA1C2BD0E}" destId="{FE7FE663-03CD-48DE-86EB-1ABCDB476C09}" srcOrd="1" destOrd="0" presId="urn:microsoft.com/office/officeart/2005/8/layout/list1"/>
    <dgm:cxn modelId="{4DE4CC78-E7DB-4B0C-916C-F239D5A03D8C}" type="presParOf" srcId="{A48297F9-5C86-4AC1-8436-9BD58AEBD701}" destId="{9B86ADF0-FE62-4BA9-8F45-B70E9C70D9D3}" srcOrd="13" destOrd="0" presId="urn:microsoft.com/office/officeart/2005/8/layout/list1"/>
    <dgm:cxn modelId="{FCE1EFCD-92C1-4E3E-B350-EFD6E8B48A6F}" type="presParOf" srcId="{A48297F9-5C86-4AC1-8436-9BD58AEBD701}" destId="{D1F28703-3C9E-4F45-9E6D-23F15251C97C}"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531247F-FDA8-474C-9BAC-0149209E21B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F6FBF29-8CD3-4AF6-A413-23CF37DBC85F}">
      <dgm:prSet/>
      <dgm:spPr/>
      <dgm:t>
        <a:bodyPr/>
        <a:lstStyle/>
        <a:p>
          <a:r>
            <a:rPr lang="en-GB" b="0" i="0" dirty="0"/>
            <a:t>Schizophrenia</a:t>
          </a:r>
          <a:endParaRPr lang="en-US" dirty="0"/>
        </a:p>
      </dgm:t>
    </dgm:pt>
    <dgm:pt modelId="{BCC17E6E-E656-4086-B7F1-64E4DBE02BB9}" cxnId="{33AB0E67-9B7A-4E3A-B331-5F6C749433FD}" type="parTrans">
      <dgm:prSet/>
      <dgm:spPr/>
      <dgm:t>
        <a:bodyPr/>
        <a:lstStyle/>
        <a:p>
          <a:endParaRPr lang="en-US"/>
        </a:p>
      </dgm:t>
    </dgm:pt>
    <dgm:pt modelId="{93DBB361-FD90-4852-A7C8-0807F646EF38}" cxnId="{33AB0E67-9B7A-4E3A-B331-5F6C749433FD}" type="sibTrans">
      <dgm:prSet/>
      <dgm:spPr/>
      <dgm:t>
        <a:bodyPr/>
        <a:lstStyle/>
        <a:p>
          <a:endParaRPr lang="en-US"/>
        </a:p>
      </dgm:t>
    </dgm:pt>
    <dgm:pt modelId="{58A53900-2171-40F1-AC7D-52E4683D594F}">
      <dgm:prSet/>
      <dgm:spPr/>
      <dgm:t>
        <a:bodyPr/>
        <a:lstStyle/>
        <a:p>
          <a:r>
            <a:rPr lang="en-GB" b="0" i="0" dirty="0"/>
            <a:t>Schizophreniform Disorder</a:t>
          </a:r>
          <a:endParaRPr lang="en-US" dirty="0"/>
        </a:p>
      </dgm:t>
    </dgm:pt>
    <dgm:pt modelId="{5A3F995B-394A-49C1-9F96-76D5108CC61D}" cxnId="{DC023E55-DDE6-489A-B8B6-5E420D00C5E2}" type="parTrans">
      <dgm:prSet/>
      <dgm:spPr/>
      <dgm:t>
        <a:bodyPr/>
        <a:lstStyle/>
        <a:p>
          <a:endParaRPr lang="en-US"/>
        </a:p>
      </dgm:t>
    </dgm:pt>
    <dgm:pt modelId="{46B1266A-CB07-485F-8922-4E225DCE3DD7}" cxnId="{DC023E55-DDE6-489A-B8B6-5E420D00C5E2}" type="sibTrans">
      <dgm:prSet/>
      <dgm:spPr/>
      <dgm:t>
        <a:bodyPr/>
        <a:lstStyle/>
        <a:p>
          <a:endParaRPr lang="en-US"/>
        </a:p>
      </dgm:t>
    </dgm:pt>
    <dgm:pt modelId="{FFB2A41E-9056-463A-B55A-823CA0372265}">
      <dgm:prSet/>
      <dgm:spPr/>
      <dgm:t>
        <a:bodyPr/>
        <a:lstStyle/>
        <a:p>
          <a:r>
            <a:rPr lang="en-GB" b="0" i="0" dirty="0"/>
            <a:t>Schizoaffective Disorder</a:t>
          </a:r>
          <a:endParaRPr lang="en-US" dirty="0"/>
        </a:p>
      </dgm:t>
    </dgm:pt>
    <dgm:pt modelId="{C871CFF7-D2EE-43AB-B9D0-CD630282C61C}" cxnId="{1E08BACC-40C2-447F-9F8A-ADAFEED77E4A}" type="parTrans">
      <dgm:prSet/>
      <dgm:spPr/>
      <dgm:t>
        <a:bodyPr/>
        <a:lstStyle/>
        <a:p>
          <a:endParaRPr lang="en-US"/>
        </a:p>
      </dgm:t>
    </dgm:pt>
    <dgm:pt modelId="{76830B9A-00FE-4251-9D96-69320916917D}" cxnId="{1E08BACC-40C2-447F-9F8A-ADAFEED77E4A}" type="sibTrans">
      <dgm:prSet/>
      <dgm:spPr/>
      <dgm:t>
        <a:bodyPr/>
        <a:lstStyle/>
        <a:p>
          <a:endParaRPr lang="en-US"/>
        </a:p>
      </dgm:t>
    </dgm:pt>
    <dgm:pt modelId="{5E8D3A2D-2215-4EBD-87FF-BCB1FC17B19D}">
      <dgm:prSet/>
      <dgm:spPr/>
      <dgm:t>
        <a:bodyPr/>
        <a:lstStyle/>
        <a:p>
          <a:r>
            <a:rPr lang="en-GB" b="0" i="0" dirty="0"/>
            <a:t>Brief Psychotic Disorder</a:t>
          </a:r>
          <a:endParaRPr lang="en-US" dirty="0"/>
        </a:p>
      </dgm:t>
    </dgm:pt>
    <dgm:pt modelId="{172A2C48-6908-47CA-933D-61253777FBFE}" cxnId="{78A233B3-EF05-417C-A9F2-C8A6C94B4386}" type="parTrans">
      <dgm:prSet/>
      <dgm:spPr/>
      <dgm:t>
        <a:bodyPr/>
        <a:lstStyle/>
        <a:p>
          <a:endParaRPr lang="en-US"/>
        </a:p>
      </dgm:t>
    </dgm:pt>
    <dgm:pt modelId="{6473B71A-38D9-425C-850C-BE01BC2BB39B}" cxnId="{78A233B3-EF05-417C-A9F2-C8A6C94B4386}" type="sibTrans">
      <dgm:prSet/>
      <dgm:spPr/>
      <dgm:t>
        <a:bodyPr/>
        <a:lstStyle/>
        <a:p>
          <a:endParaRPr lang="en-US"/>
        </a:p>
      </dgm:t>
    </dgm:pt>
    <dgm:pt modelId="{8F042990-52A2-4D88-A589-8EE67289398C}">
      <dgm:prSet/>
      <dgm:spPr/>
      <dgm:t>
        <a:bodyPr/>
        <a:lstStyle/>
        <a:p>
          <a:r>
            <a:rPr lang="en-GB" b="0" i="0" dirty="0"/>
            <a:t>Delusional Disorder</a:t>
          </a:r>
          <a:endParaRPr lang="en-US" dirty="0"/>
        </a:p>
      </dgm:t>
    </dgm:pt>
    <dgm:pt modelId="{22836A84-8915-4B9B-8CAA-1A77378F3F32}" cxnId="{E9F5A45F-A4D4-4816-803D-EC9FAC6E5916}" type="parTrans">
      <dgm:prSet/>
      <dgm:spPr/>
      <dgm:t>
        <a:bodyPr/>
        <a:lstStyle/>
        <a:p>
          <a:endParaRPr lang="en-GB"/>
        </a:p>
      </dgm:t>
    </dgm:pt>
    <dgm:pt modelId="{05AED955-46B4-4B3E-B59F-E5129A481090}" cxnId="{E9F5A45F-A4D4-4816-803D-EC9FAC6E5916}" type="sibTrans">
      <dgm:prSet/>
      <dgm:spPr/>
      <dgm:t>
        <a:bodyPr/>
        <a:lstStyle/>
        <a:p>
          <a:endParaRPr lang="en-GB"/>
        </a:p>
      </dgm:t>
    </dgm:pt>
    <dgm:pt modelId="{A48297F9-5C86-4AC1-8436-9BD58AEBD701}" type="pres">
      <dgm:prSet presAssocID="{A531247F-FDA8-474C-9BAC-0149209E21B7}" presName="linear" presStyleCnt="0">
        <dgm:presLayoutVars>
          <dgm:dir/>
          <dgm:animLvl val="lvl"/>
          <dgm:resizeHandles val="exact"/>
        </dgm:presLayoutVars>
      </dgm:prSet>
      <dgm:spPr/>
    </dgm:pt>
    <dgm:pt modelId="{4B2D3A27-36CB-45B7-B157-517D4B361701}" type="pres">
      <dgm:prSet presAssocID="{4F6FBF29-8CD3-4AF6-A413-23CF37DBC85F}" presName="parentLin" presStyleCnt="0"/>
      <dgm:spPr/>
    </dgm:pt>
    <dgm:pt modelId="{DD1B5548-877E-4A70-823E-7AF8929F8C7B}" type="pres">
      <dgm:prSet presAssocID="{4F6FBF29-8CD3-4AF6-A413-23CF37DBC85F}" presName="parentLeftMargin" presStyleLbl="node1" presStyleIdx="0" presStyleCnt="5"/>
      <dgm:spPr/>
    </dgm:pt>
    <dgm:pt modelId="{02C2ADB4-4012-4DDD-9FED-7D976D074B0B}" type="pres">
      <dgm:prSet presAssocID="{4F6FBF29-8CD3-4AF6-A413-23CF37DBC85F}" presName="parentText" presStyleLbl="node1" presStyleIdx="0" presStyleCnt="5">
        <dgm:presLayoutVars>
          <dgm:chMax val="0"/>
          <dgm:bulletEnabled val="1"/>
        </dgm:presLayoutVars>
      </dgm:prSet>
      <dgm:spPr/>
    </dgm:pt>
    <dgm:pt modelId="{6357A060-30DB-4410-9A33-095481359BE0}" type="pres">
      <dgm:prSet presAssocID="{4F6FBF29-8CD3-4AF6-A413-23CF37DBC85F}" presName="negativeSpace" presStyleCnt="0"/>
      <dgm:spPr/>
    </dgm:pt>
    <dgm:pt modelId="{239B36AB-7117-4155-903F-FC5CD32B85EE}" type="pres">
      <dgm:prSet presAssocID="{4F6FBF29-8CD3-4AF6-A413-23CF37DBC85F}" presName="childText" presStyleLbl="conFgAcc1" presStyleIdx="0" presStyleCnt="5">
        <dgm:presLayoutVars>
          <dgm:bulletEnabled val="1"/>
        </dgm:presLayoutVars>
      </dgm:prSet>
      <dgm:spPr/>
    </dgm:pt>
    <dgm:pt modelId="{DCA70EB8-3640-4554-9864-1ABD544936DD}" type="pres">
      <dgm:prSet presAssocID="{93DBB361-FD90-4852-A7C8-0807F646EF38}" presName="spaceBetweenRectangles" presStyleCnt="0"/>
      <dgm:spPr/>
    </dgm:pt>
    <dgm:pt modelId="{C7059693-D770-40F9-8A97-308CF52DFB14}" type="pres">
      <dgm:prSet presAssocID="{58A53900-2171-40F1-AC7D-52E4683D594F}" presName="parentLin" presStyleCnt="0"/>
      <dgm:spPr/>
    </dgm:pt>
    <dgm:pt modelId="{5F09305A-3112-42BB-8D6D-652D4DE870B7}" type="pres">
      <dgm:prSet presAssocID="{58A53900-2171-40F1-AC7D-52E4683D594F}" presName="parentLeftMargin" presStyleLbl="node1" presStyleIdx="0" presStyleCnt="5"/>
      <dgm:spPr/>
    </dgm:pt>
    <dgm:pt modelId="{57732CD5-FA5A-4331-B6D5-445C5A7DF55E}" type="pres">
      <dgm:prSet presAssocID="{58A53900-2171-40F1-AC7D-52E4683D594F}" presName="parentText" presStyleLbl="node1" presStyleIdx="1" presStyleCnt="5">
        <dgm:presLayoutVars>
          <dgm:chMax val="0"/>
          <dgm:bulletEnabled val="1"/>
        </dgm:presLayoutVars>
      </dgm:prSet>
      <dgm:spPr/>
    </dgm:pt>
    <dgm:pt modelId="{2287DB0F-08E9-4825-A29D-87BD6543D88C}" type="pres">
      <dgm:prSet presAssocID="{58A53900-2171-40F1-AC7D-52E4683D594F}" presName="negativeSpace" presStyleCnt="0"/>
      <dgm:spPr/>
    </dgm:pt>
    <dgm:pt modelId="{AB490A1B-B445-4CA3-A80C-F68918E8F243}" type="pres">
      <dgm:prSet presAssocID="{58A53900-2171-40F1-AC7D-52E4683D594F}" presName="childText" presStyleLbl="conFgAcc1" presStyleIdx="1" presStyleCnt="5">
        <dgm:presLayoutVars>
          <dgm:bulletEnabled val="1"/>
        </dgm:presLayoutVars>
      </dgm:prSet>
      <dgm:spPr/>
    </dgm:pt>
    <dgm:pt modelId="{92380533-D27F-452C-A8B8-95BD75C8FBCB}" type="pres">
      <dgm:prSet presAssocID="{46B1266A-CB07-485F-8922-4E225DCE3DD7}" presName="spaceBetweenRectangles" presStyleCnt="0"/>
      <dgm:spPr/>
    </dgm:pt>
    <dgm:pt modelId="{29042BE6-7F27-462E-BC22-FA4F75D3C82D}" type="pres">
      <dgm:prSet presAssocID="{FFB2A41E-9056-463A-B55A-823CA0372265}" presName="parentLin" presStyleCnt="0"/>
      <dgm:spPr/>
    </dgm:pt>
    <dgm:pt modelId="{E4E01D26-6EB2-4DA5-8EFD-7DD00E6D7A58}" type="pres">
      <dgm:prSet presAssocID="{FFB2A41E-9056-463A-B55A-823CA0372265}" presName="parentLeftMargin" presStyleLbl="node1" presStyleIdx="1" presStyleCnt="5"/>
      <dgm:spPr/>
    </dgm:pt>
    <dgm:pt modelId="{B898BA73-01C9-481C-8B8C-3832AB17B5ED}" type="pres">
      <dgm:prSet presAssocID="{FFB2A41E-9056-463A-B55A-823CA0372265}" presName="parentText" presStyleLbl="node1" presStyleIdx="2" presStyleCnt="5">
        <dgm:presLayoutVars>
          <dgm:chMax val="0"/>
          <dgm:bulletEnabled val="1"/>
        </dgm:presLayoutVars>
      </dgm:prSet>
      <dgm:spPr/>
    </dgm:pt>
    <dgm:pt modelId="{0EF99367-83AA-4804-B881-A6C33DF4064A}" type="pres">
      <dgm:prSet presAssocID="{FFB2A41E-9056-463A-B55A-823CA0372265}" presName="negativeSpace" presStyleCnt="0"/>
      <dgm:spPr/>
    </dgm:pt>
    <dgm:pt modelId="{C84ADD55-2123-4BDE-B4C3-759AC6F913AC}" type="pres">
      <dgm:prSet presAssocID="{FFB2A41E-9056-463A-B55A-823CA0372265}" presName="childText" presStyleLbl="conFgAcc1" presStyleIdx="2" presStyleCnt="5">
        <dgm:presLayoutVars>
          <dgm:bulletEnabled val="1"/>
        </dgm:presLayoutVars>
      </dgm:prSet>
      <dgm:spPr/>
    </dgm:pt>
    <dgm:pt modelId="{271E136F-D856-4338-810A-B277157BE3F9}" type="pres">
      <dgm:prSet presAssocID="{76830B9A-00FE-4251-9D96-69320916917D}" presName="spaceBetweenRectangles" presStyleCnt="0"/>
      <dgm:spPr/>
    </dgm:pt>
    <dgm:pt modelId="{E789799C-2D75-434C-AA0F-D27AA1C2BD0E}" type="pres">
      <dgm:prSet presAssocID="{5E8D3A2D-2215-4EBD-87FF-BCB1FC17B19D}" presName="parentLin" presStyleCnt="0"/>
      <dgm:spPr/>
    </dgm:pt>
    <dgm:pt modelId="{D51DCF02-CD83-49BA-B2D5-85783132E18A}" type="pres">
      <dgm:prSet presAssocID="{5E8D3A2D-2215-4EBD-87FF-BCB1FC17B19D}" presName="parentLeftMargin" presStyleLbl="node1" presStyleIdx="2" presStyleCnt="5"/>
      <dgm:spPr/>
    </dgm:pt>
    <dgm:pt modelId="{FE7FE663-03CD-48DE-86EB-1ABCDB476C09}" type="pres">
      <dgm:prSet presAssocID="{5E8D3A2D-2215-4EBD-87FF-BCB1FC17B19D}" presName="parentText" presStyleLbl="node1" presStyleIdx="3" presStyleCnt="5">
        <dgm:presLayoutVars>
          <dgm:chMax val="0"/>
          <dgm:bulletEnabled val="1"/>
        </dgm:presLayoutVars>
      </dgm:prSet>
      <dgm:spPr/>
    </dgm:pt>
    <dgm:pt modelId="{9B86ADF0-FE62-4BA9-8F45-B70E9C70D9D3}" type="pres">
      <dgm:prSet presAssocID="{5E8D3A2D-2215-4EBD-87FF-BCB1FC17B19D}" presName="negativeSpace" presStyleCnt="0"/>
      <dgm:spPr/>
    </dgm:pt>
    <dgm:pt modelId="{D1F28703-3C9E-4F45-9E6D-23F15251C97C}" type="pres">
      <dgm:prSet presAssocID="{5E8D3A2D-2215-4EBD-87FF-BCB1FC17B19D}" presName="childText" presStyleLbl="conFgAcc1" presStyleIdx="3" presStyleCnt="5">
        <dgm:presLayoutVars>
          <dgm:bulletEnabled val="1"/>
        </dgm:presLayoutVars>
      </dgm:prSet>
      <dgm:spPr/>
    </dgm:pt>
    <dgm:pt modelId="{B243E845-F5D4-47D7-88F5-3ABE94D0C902}" type="pres">
      <dgm:prSet presAssocID="{6473B71A-38D9-425C-850C-BE01BC2BB39B}" presName="spaceBetweenRectangles" presStyleCnt="0"/>
      <dgm:spPr/>
    </dgm:pt>
    <dgm:pt modelId="{D2D74200-5FF1-4788-AB98-66577671CDF8}" type="pres">
      <dgm:prSet presAssocID="{8F042990-52A2-4D88-A589-8EE67289398C}" presName="parentLin" presStyleCnt="0"/>
      <dgm:spPr/>
    </dgm:pt>
    <dgm:pt modelId="{9A60EFF0-2C28-403E-BB66-68DF099C245C}" type="pres">
      <dgm:prSet presAssocID="{8F042990-52A2-4D88-A589-8EE67289398C}" presName="parentLeftMargin" presStyleLbl="node1" presStyleIdx="3" presStyleCnt="5"/>
      <dgm:spPr/>
    </dgm:pt>
    <dgm:pt modelId="{75B90B2F-26CC-44AC-9B11-2C5BE5D57075}" type="pres">
      <dgm:prSet presAssocID="{8F042990-52A2-4D88-A589-8EE67289398C}" presName="parentText" presStyleLbl="node1" presStyleIdx="4" presStyleCnt="5">
        <dgm:presLayoutVars>
          <dgm:chMax val="0"/>
          <dgm:bulletEnabled val="1"/>
        </dgm:presLayoutVars>
      </dgm:prSet>
      <dgm:spPr/>
    </dgm:pt>
    <dgm:pt modelId="{0C577D36-2211-4A35-9D68-626166F6BC81}" type="pres">
      <dgm:prSet presAssocID="{8F042990-52A2-4D88-A589-8EE67289398C}" presName="negativeSpace" presStyleCnt="0"/>
      <dgm:spPr/>
    </dgm:pt>
    <dgm:pt modelId="{194D8EFD-5EB1-4909-A4EE-AD65AAAC42BE}" type="pres">
      <dgm:prSet presAssocID="{8F042990-52A2-4D88-A589-8EE67289398C}" presName="childText" presStyleLbl="conFgAcc1" presStyleIdx="4" presStyleCnt="5">
        <dgm:presLayoutVars>
          <dgm:bulletEnabled val="1"/>
        </dgm:presLayoutVars>
      </dgm:prSet>
      <dgm:spPr/>
    </dgm:pt>
  </dgm:ptLst>
  <dgm:cxnLst>
    <dgm:cxn modelId="{601EF41B-EBB3-4712-A571-5420488819B3}" type="presOf" srcId="{58A53900-2171-40F1-AC7D-52E4683D594F}" destId="{5F09305A-3112-42BB-8D6D-652D4DE870B7}" srcOrd="0" destOrd="0" presId="urn:microsoft.com/office/officeart/2005/8/layout/list1"/>
    <dgm:cxn modelId="{E9F5A45F-A4D4-4816-803D-EC9FAC6E5916}" srcId="{A531247F-FDA8-474C-9BAC-0149209E21B7}" destId="{8F042990-52A2-4D88-A589-8EE67289398C}" srcOrd="4" destOrd="0" parTransId="{22836A84-8915-4B9B-8CAA-1A77378F3F32}" sibTransId="{05AED955-46B4-4B3E-B59F-E5129A481090}"/>
    <dgm:cxn modelId="{D2002241-1364-4196-B335-72CCDC28F2E2}" type="presOf" srcId="{FFB2A41E-9056-463A-B55A-823CA0372265}" destId="{B898BA73-01C9-481C-8B8C-3832AB17B5ED}" srcOrd="1" destOrd="0" presId="urn:microsoft.com/office/officeart/2005/8/layout/list1"/>
    <dgm:cxn modelId="{B1C4B745-55F8-4571-9942-A9DD83617E09}" type="presOf" srcId="{58A53900-2171-40F1-AC7D-52E4683D594F}" destId="{57732CD5-FA5A-4331-B6D5-445C5A7DF55E}" srcOrd="1" destOrd="0" presId="urn:microsoft.com/office/officeart/2005/8/layout/list1"/>
    <dgm:cxn modelId="{33AB0E67-9B7A-4E3A-B331-5F6C749433FD}" srcId="{A531247F-FDA8-474C-9BAC-0149209E21B7}" destId="{4F6FBF29-8CD3-4AF6-A413-23CF37DBC85F}" srcOrd="0" destOrd="0" parTransId="{BCC17E6E-E656-4086-B7F1-64E4DBE02BB9}" sibTransId="{93DBB361-FD90-4852-A7C8-0807F646EF38}"/>
    <dgm:cxn modelId="{DC023E55-DDE6-489A-B8B6-5E420D00C5E2}" srcId="{A531247F-FDA8-474C-9BAC-0149209E21B7}" destId="{58A53900-2171-40F1-AC7D-52E4683D594F}" srcOrd="1" destOrd="0" parTransId="{5A3F995B-394A-49C1-9F96-76D5108CC61D}" sibTransId="{46B1266A-CB07-485F-8922-4E225DCE3DD7}"/>
    <dgm:cxn modelId="{AA287E82-58C6-46CE-92ED-476A690BE476}" type="presOf" srcId="{5E8D3A2D-2215-4EBD-87FF-BCB1FC17B19D}" destId="{D51DCF02-CD83-49BA-B2D5-85783132E18A}" srcOrd="0" destOrd="0" presId="urn:microsoft.com/office/officeart/2005/8/layout/list1"/>
    <dgm:cxn modelId="{F3E0A789-13F3-4249-AB50-2C3BB7384068}" type="presOf" srcId="{FFB2A41E-9056-463A-B55A-823CA0372265}" destId="{E4E01D26-6EB2-4DA5-8EFD-7DD00E6D7A58}" srcOrd="0" destOrd="0" presId="urn:microsoft.com/office/officeart/2005/8/layout/list1"/>
    <dgm:cxn modelId="{03559E8B-1006-47C3-9FA7-DFA6F5B84F20}" type="presOf" srcId="{8F042990-52A2-4D88-A589-8EE67289398C}" destId="{9A60EFF0-2C28-403E-BB66-68DF099C245C}" srcOrd="0" destOrd="0" presId="urn:microsoft.com/office/officeart/2005/8/layout/list1"/>
    <dgm:cxn modelId="{3C492997-13B1-476D-9042-12C66CEADFD9}" type="presOf" srcId="{4F6FBF29-8CD3-4AF6-A413-23CF37DBC85F}" destId="{02C2ADB4-4012-4DDD-9FED-7D976D074B0B}" srcOrd="1" destOrd="0" presId="urn:microsoft.com/office/officeart/2005/8/layout/list1"/>
    <dgm:cxn modelId="{0DCE8E99-E407-4C16-9230-3DE793F5A0FF}" type="presOf" srcId="{5E8D3A2D-2215-4EBD-87FF-BCB1FC17B19D}" destId="{FE7FE663-03CD-48DE-86EB-1ABCDB476C09}" srcOrd="1" destOrd="0" presId="urn:microsoft.com/office/officeart/2005/8/layout/list1"/>
    <dgm:cxn modelId="{B72B679F-0D93-459B-8D40-276E0AB71FE4}" type="presOf" srcId="{A531247F-FDA8-474C-9BAC-0149209E21B7}" destId="{A48297F9-5C86-4AC1-8436-9BD58AEBD701}" srcOrd="0" destOrd="0" presId="urn:microsoft.com/office/officeart/2005/8/layout/list1"/>
    <dgm:cxn modelId="{19390EA4-BDD0-4D5F-8874-B6DEC3852403}" type="presOf" srcId="{8F042990-52A2-4D88-A589-8EE67289398C}" destId="{75B90B2F-26CC-44AC-9B11-2C5BE5D57075}" srcOrd="1" destOrd="0" presId="urn:microsoft.com/office/officeart/2005/8/layout/list1"/>
    <dgm:cxn modelId="{78A233B3-EF05-417C-A9F2-C8A6C94B4386}" srcId="{A531247F-FDA8-474C-9BAC-0149209E21B7}" destId="{5E8D3A2D-2215-4EBD-87FF-BCB1FC17B19D}" srcOrd="3" destOrd="0" parTransId="{172A2C48-6908-47CA-933D-61253777FBFE}" sibTransId="{6473B71A-38D9-425C-850C-BE01BC2BB39B}"/>
    <dgm:cxn modelId="{1E08BACC-40C2-447F-9F8A-ADAFEED77E4A}" srcId="{A531247F-FDA8-474C-9BAC-0149209E21B7}" destId="{FFB2A41E-9056-463A-B55A-823CA0372265}" srcOrd="2" destOrd="0" parTransId="{C871CFF7-D2EE-43AB-B9D0-CD630282C61C}" sibTransId="{76830B9A-00FE-4251-9D96-69320916917D}"/>
    <dgm:cxn modelId="{C1D895EC-25A8-4326-B2CA-BCB2CA4B5B8E}" type="presOf" srcId="{4F6FBF29-8CD3-4AF6-A413-23CF37DBC85F}" destId="{DD1B5548-877E-4A70-823E-7AF8929F8C7B}" srcOrd="0" destOrd="0" presId="urn:microsoft.com/office/officeart/2005/8/layout/list1"/>
    <dgm:cxn modelId="{8408F105-5036-4F0A-947A-9A98CB5ED4B5}" type="presParOf" srcId="{A48297F9-5C86-4AC1-8436-9BD58AEBD701}" destId="{4B2D3A27-36CB-45B7-B157-517D4B361701}" srcOrd="0" destOrd="0" presId="urn:microsoft.com/office/officeart/2005/8/layout/list1"/>
    <dgm:cxn modelId="{97D33803-8D6A-4C79-BE71-8A20167D56E5}" type="presParOf" srcId="{4B2D3A27-36CB-45B7-B157-517D4B361701}" destId="{DD1B5548-877E-4A70-823E-7AF8929F8C7B}" srcOrd="0" destOrd="0" presId="urn:microsoft.com/office/officeart/2005/8/layout/list1"/>
    <dgm:cxn modelId="{8E4479CD-CE9C-4A74-AAAC-49BEC95414A2}" type="presParOf" srcId="{4B2D3A27-36CB-45B7-B157-517D4B361701}" destId="{02C2ADB4-4012-4DDD-9FED-7D976D074B0B}" srcOrd="1" destOrd="0" presId="urn:microsoft.com/office/officeart/2005/8/layout/list1"/>
    <dgm:cxn modelId="{88FA6693-225F-4F16-B133-41BE4F9FFA14}" type="presParOf" srcId="{A48297F9-5C86-4AC1-8436-9BD58AEBD701}" destId="{6357A060-30DB-4410-9A33-095481359BE0}" srcOrd="1" destOrd="0" presId="urn:microsoft.com/office/officeart/2005/8/layout/list1"/>
    <dgm:cxn modelId="{7665E6B8-84F3-48D5-9057-371B2B98DC94}" type="presParOf" srcId="{A48297F9-5C86-4AC1-8436-9BD58AEBD701}" destId="{239B36AB-7117-4155-903F-FC5CD32B85EE}" srcOrd="2" destOrd="0" presId="urn:microsoft.com/office/officeart/2005/8/layout/list1"/>
    <dgm:cxn modelId="{BA81D9E9-CABA-4BEE-92F0-169E0EC95DA0}" type="presParOf" srcId="{A48297F9-5C86-4AC1-8436-9BD58AEBD701}" destId="{DCA70EB8-3640-4554-9864-1ABD544936DD}" srcOrd="3" destOrd="0" presId="urn:microsoft.com/office/officeart/2005/8/layout/list1"/>
    <dgm:cxn modelId="{277CB076-008F-40EB-B2F9-0EFAF664EAA7}" type="presParOf" srcId="{A48297F9-5C86-4AC1-8436-9BD58AEBD701}" destId="{C7059693-D770-40F9-8A97-308CF52DFB14}" srcOrd="4" destOrd="0" presId="urn:microsoft.com/office/officeart/2005/8/layout/list1"/>
    <dgm:cxn modelId="{C9FFB5B6-6C52-433E-8621-F51C4DECB1FC}" type="presParOf" srcId="{C7059693-D770-40F9-8A97-308CF52DFB14}" destId="{5F09305A-3112-42BB-8D6D-652D4DE870B7}" srcOrd="0" destOrd="0" presId="urn:microsoft.com/office/officeart/2005/8/layout/list1"/>
    <dgm:cxn modelId="{06407F31-00B3-44AE-9E0A-3E57FB261076}" type="presParOf" srcId="{C7059693-D770-40F9-8A97-308CF52DFB14}" destId="{57732CD5-FA5A-4331-B6D5-445C5A7DF55E}" srcOrd="1" destOrd="0" presId="urn:microsoft.com/office/officeart/2005/8/layout/list1"/>
    <dgm:cxn modelId="{CE432426-3E6C-499C-BBF6-53C52F1F86D1}" type="presParOf" srcId="{A48297F9-5C86-4AC1-8436-9BD58AEBD701}" destId="{2287DB0F-08E9-4825-A29D-87BD6543D88C}" srcOrd="5" destOrd="0" presId="urn:microsoft.com/office/officeart/2005/8/layout/list1"/>
    <dgm:cxn modelId="{81DD5A4B-CC4B-4F58-A836-0DE2D8C85DF5}" type="presParOf" srcId="{A48297F9-5C86-4AC1-8436-9BD58AEBD701}" destId="{AB490A1B-B445-4CA3-A80C-F68918E8F243}" srcOrd="6" destOrd="0" presId="urn:microsoft.com/office/officeart/2005/8/layout/list1"/>
    <dgm:cxn modelId="{09203D8F-8CB5-4CAC-8865-A785713E063E}" type="presParOf" srcId="{A48297F9-5C86-4AC1-8436-9BD58AEBD701}" destId="{92380533-D27F-452C-A8B8-95BD75C8FBCB}" srcOrd="7" destOrd="0" presId="urn:microsoft.com/office/officeart/2005/8/layout/list1"/>
    <dgm:cxn modelId="{912C369F-A714-436B-AB27-E15F3D07F894}" type="presParOf" srcId="{A48297F9-5C86-4AC1-8436-9BD58AEBD701}" destId="{29042BE6-7F27-462E-BC22-FA4F75D3C82D}" srcOrd="8" destOrd="0" presId="urn:microsoft.com/office/officeart/2005/8/layout/list1"/>
    <dgm:cxn modelId="{746EEB99-BDEA-4FED-9E5B-56BA20B79181}" type="presParOf" srcId="{29042BE6-7F27-462E-BC22-FA4F75D3C82D}" destId="{E4E01D26-6EB2-4DA5-8EFD-7DD00E6D7A58}" srcOrd="0" destOrd="0" presId="urn:microsoft.com/office/officeart/2005/8/layout/list1"/>
    <dgm:cxn modelId="{9DB63B5E-26CA-4C78-9AAA-BA003CA33786}" type="presParOf" srcId="{29042BE6-7F27-462E-BC22-FA4F75D3C82D}" destId="{B898BA73-01C9-481C-8B8C-3832AB17B5ED}" srcOrd="1" destOrd="0" presId="urn:microsoft.com/office/officeart/2005/8/layout/list1"/>
    <dgm:cxn modelId="{15B0B503-99F5-4DF1-BFE7-E7227714D3D6}" type="presParOf" srcId="{A48297F9-5C86-4AC1-8436-9BD58AEBD701}" destId="{0EF99367-83AA-4804-B881-A6C33DF4064A}" srcOrd="9" destOrd="0" presId="urn:microsoft.com/office/officeart/2005/8/layout/list1"/>
    <dgm:cxn modelId="{F7FF9491-C9EC-46D8-A37C-2AFB5F0927C1}" type="presParOf" srcId="{A48297F9-5C86-4AC1-8436-9BD58AEBD701}" destId="{C84ADD55-2123-4BDE-B4C3-759AC6F913AC}" srcOrd="10" destOrd="0" presId="urn:microsoft.com/office/officeart/2005/8/layout/list1"/>
    <dgm:cxn modelId="{7179DABC-A1DA-4012-B915-E14F8E62B68C}" type="presParOf" srcId="{A48297F9-5C86-4AC1-8436-9BD58AEBD701}" destId="{271E136F-D856-4338-810A-B277157BE3F9}" srcOrd="11" destOrd="0" presId="urn:microsoft.com/office/officeart/2005/8/layout/list1"/>
    <dgm:cxn modelId="{7FEC159F-C172-4213-B8FF-63653389B0D8}" type="presParOf" srcId="{A48297F9-5C86-4AC1-8436-9BD58AEBD701}" destId="{E789799C-2D75-434C-AA0F-D27AA1C2BD0E}" srcOrd="12" destOrd="0" presId="urn:microsoft.com/office/officeart/2005/8/layout/list1"/>
    <dgm:cxn modelId="{93171F53-F662-4D00-AFE1-30D7FA037BDF}" type="presParOf" srcId="{E789799C-2D75-434C-AA0F-D27AA1C2BD0E}" destId="{D51DCF02-CD83-49BA-B2D5-85783132E18A}" srcOrd="0" destOrd="0" presId="urn:microsoft.com/office/officeart/2005/8/layout/list1"/>
    <dgm:cxn modelId="{C188CFB4-4E03-4E13-9AFC-07CE76A24BA3}" type="presParOf" srcId="{E789799C-2D75-434C-AA0F-D27AA1C2BD0E}" destId="{FE7FE663-03CD-48DE-86EB-1ABCDB476C09}" srcOrd="1" destOrd="0" presId="urn:microsoft.com/office/officeart/2005/8/layout/list1"/>
    <dgm:cxn modelId="{4DE4CC78-E7DB-4B0C-916C-F239D5A03D8C}" type="presParOf" srcId="{A48297F9-5C86-4AC1-8436-9BD58AEBD701}" destId="{9B86ADF0-FE62-4BA9-8F45-B70E9C70D9D3}" srcOrd="13" destOrd="0" presId="urn:microsoft.com/office/officeart/2005/8/layout/list1"/>
    <dgm:cxn modelId="{FCE1EFCD-92C1-4E3E-B350-EFD6E8B48A6F}" type="presParOf" srcId="{A48297F9-5C86-4AC1-8436-9BD58AEBD701}" destId="{D1F28703-3C9E-4F45-9E6D-23F15251C97C}" srcOrd="14" destOrd="0" presId="urn:microsoft.com/office/officeart/2005/8/layout/list1"/>
    <dgm:cxn modelId="{A4040D0F-0432-451D-98E2-9FE4ABD0B617}" type="presParOf" srcId="{A48297F9-5C86-4AC1-8436-9BD58AEBD701}" destId="{B243E845-F5D4-47D7-88F5-3ABE94D0C902}" srcOrd="15" destOrd="0" presId="urn:microsoft.com/office/officeart/2005/8/layout/list1"/>
    <dgm:cxn modelId="{1134F678-6BB4-4314-9BBB-9B1F247D9068}" type="presParOf" srcId="{A48297F9-5C86-4AC1-8436-9BD58AEBD701}" destId="{D2D74200-5FF1-4788-AB98-66577671CDF8}" srcOrd="16" destOrd="0" presId="urn:microsoft.com/office/officeart/2005/8/layout/list1"/>
    <dgm:cxn modelId="{34E7BC0F-CE42-4ED4-983A-D9E20B7C37F5}" type="presParOf" srcId="{D2D74200-5FF1-4788-AB98-66577671CDF8}" destId="{9A60EFF0-2C28-403E-BB66-68DF099C245C}" srcOrd="0" destOrd="0" presId="urn:microsoft.com/office/officeart/2005/8/layout/list1"/>
    <dgm:cxn modelId="{1B2D9BD3-6D89-496E-9F7B-489CEEE91714}" type="presParOf" srcId="{D2D74200-5FF1-4788-AB98-66577671CDF8}" destId="{75B90B2F-26CC-44AC-9B11-2C5BE5D57075}" srcOrd="1" destOrd="0" presId="urn:microsoft.com/office/officeart/2005/8/layout/list1"/>
    <dgm:cxn modelId="{BC395245-9C83-47C4-98AA-D6A085467761}" type="presParOf" srcId="{A48297F9-5C86-4AC1-8436-9BD58AEBD701}" destId="{0C577D36-2211-4A35-9D68-626166F6BC81}" srcOrd="17" destOrd="0" presId="urn:microsoft.com/office/officeart/2005/8/layout/list1"/>
    <dgm:cxn modelId="{C559B27A-C008-4366-83CC-C2A3D2AD8D59}" type="presParOf" srcId="{A48297F9-5C86-4AC1-8436-9BD58AEBD701}" destId="{194D8EFD-5EB1-4909-A4EE-AD65AAAC42BE}"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31FEBD3-C18B-457B-B3A3-77BC598DC53C}"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FEA80E48-6791-493D-B843-AC9ECFF3F88F}">
      <dgm:prSet/>
      <dgm:spPr/>
      <dgm:t>
        <a:bodyPr/>
        <a:lstStyle/>
        <a:p>
          <a:r>
            <a:rPr lang="en-GB" b="1"/>
            <a:t>Erotomanic type </a:t>
          </a:r>
          <a:r>
            <a:rPr lang="en-GB"/>
            <a:t>A 45-year-old woman believes that a famous actor she has never met is secretly in love with her. She interprets his TV interviews as containing coded love messages directed only to her. She mails him letters and once traveled to his city to “meet him at the airport.” Apart from this fixed belief, she works full-time as an accountant, dresses appropriately, and has normal conversations.</a:t>
          </a:r>
          <a:endParaRPr lang="en-US"/>
        </a:p>
      </dgm:t>
    </dgm:pt>
    <dgm:pt modelId="{4DA9C0F9-1C60-4C21-8817-ABFED03B1EFD}" cxnId="{960C5239-4DB3-4AEA-A759-633366116B2D}" type="parTrans">
      <dgm:prSet/>
      <dgm:spPr/>
      <dgm:t>
        <a:bodyPr/>
        <a:lstStyle/>
        <a:p>
          <a:endParaRPr lang="en-US"/>
        </a:p>
      </dgm:t>
    </dgm:pt>
    <dgm:pt modelId="{14021CF4-717C-409A-B3F9-F7E8A5BE0435}" cxnId="{960C5239-4DB3-4AEA-A759-633366116B2D}" type="sibTrans">
      <dgm:prSet/>
      <dgm:spPr/>
      <dgm:t>
        <a:bodyPr/>
        <a:lstStyle/>
        <a:p>
          <a:endParaRPr lang="en-US"/>
        </a:p>
      </dgm:t>
    </dgm:pt>
    <dgm:pt modelId="{2C4EF19D-D499-4887-BA10-003BBCEA546B}">
      <dgm:prSet/>
      <dgm:spPr/>
      <dgm:t>
        <a:bodyPr/>
        <a:lstStyle/>
        <a:p>
          <a:r>
            <a:rPr lang="en-GB" b="1"/>
            <a:t>Persecutory type (most common) </a:t>
          </a:r>
          <a:r>
            <a:rPr lang="en-GB"/>
            <a:t>A 58-year-old man is convinced for the past 3 years that his neighbors have installed hidden microphones in his apartment walls and are recording him to blackmail him. He has filed multiple police reports and covered his walls with aluminum foil. He still goes to work every day as a bus driver and has no hallucinations or bizarre behavior outside this belief system.</a:t>
          </a:r>
          <a:endParaRPr lang="en-US"/>
        </a:p>
      </dgm:t>
    </dgm:pt>
    <dgm:pt modelId="{D072D967-F081-4795-BB5A-B71B757E5BBE}" cxnId="{F006A8A3-2902-4C34-A7DC-B7808FFC9CBD}" type="parTrans">
      <dgm:prSet/>
      <dgm:spPr/>
      <dgm:t>
        <a:bodyPr/>
        <a:lstStyle/>
        <a:p>
          <a:endParaRPr lang="en-US"/>
        </a:p>
      </dgm:t>
    </dgm:pt>
    <dgm:pt modelId="{BFC2D0B9-343F-4514-9C84-F4FC4CE536B6}" cxnId="{F006A8A3-2902-4C34-A7DC-B7808FFC9CBD}" type="sibTrans">
      <dgm:prSet/>
      <dgm:spPr/>
      <dgm:t>
        <a:bodyPr/>
        <a:lstStyle/>
        <a:p>
          <a:endParaRPr lang="en-US"/>
        </a:p>
      </dgm:t>
    </dgm:pt>
    <dgm:pt modelId="{8343F780-45BB-40CA-82CF-0A30216A842D}" type="pres">
      <dgm:prSet presAssocID="{D31FEBD3-C18B-457B-B3A3-77BC598DC53C}" presName="hierChild1" presStyleCnt="0">
        <dgm:presLayoutVars>
          <dgm:chPref val="1"/>
          <dgm:dir/>
          <dgm:animOne val="branch"/>
          <dgm:animLvl val="lvl"/>
          <dgm:resizeHandles/>
        </dgm:presLayoutVars>
      </dgm:prSet>
      <dgm:spPr/>
    </dgm:pt>
    <dgm:pt modelId="{2326FC06-8B42-4DC8-8C04-DCEAD8824C5B}" type="pres">
      <dgm:prSet presAssocID="{FEA80E48-6791-493D-B843-AC9ECFF3F88F}" presName="hierRoot1" presStyleCnt="0"/>
      <dgm:spPr/>
    </dgm:pt>
    <dgm:pt modelId="{35B5C1D4-95FE-4599-9AA2-460336EEBD2F}" type="pres">
      <dgm:prSet presAssocID="{FEA80E48-6791-493D-B843-AC9ECFF3F88F}" presName="composite" presStyleCnt="0"/>
      <dgm:spPr/>
    </dgm:pt>
    <dgm:pt modelId="{BE0F5AC1-A63F-4CC8-B329-1257438C1A54}" type="pres">
      <dgm:prSet presAssocID="{FEA80E48-6791-493D-B843-AC9ECFF3F88F}" presName="background" presStyleLbl="node0" presStyleIdx="0" presStyleCnt="2"/>
      <dgm:spPr/>
    </dgm:pt>
    <dgm:pt modelId="{0DAADDE2-5B77-465A-AF97-B96EC3A748C2}" type="pres">
      <dgm:prSet presAssocID="{FEA80E48-6791-493D-B843-AC9ECFF3F88F}" presName="text" presStyleLbl="fgAcc0" presStyleIdx="0" presStyleCnt="2">
        <dgm:presLayoutVars>
          <dgm:chPref val="3"/>
        </dgm:presLayoutVars>
      </dgm:prSet>
      <dgm:spPr/>
    </dgm:pt>
    <dgm:pt modelId="{2D85E139-7E34-4DE7-9269-CC790B9445EE}" type="pres">
      <dgm:prSet presAssocID="{FEA80E48-6791-493D-B843-AC9ECFF3F88F}" presName="hierChild2" presStyleCnt="0"/>
      <dgm:spPr/>
    </dgm:pt>
    <dgm:pt modelId="{01B878C6-45F3-44CD-92F6-2F616171862A}" type="pres">
      <dgm:prSet presAssocID="{2C4EF19D-D499-4887-BA10-003BBCEA546B}" presName="hierRoot1" presStyleCnt="0"/>
      <dgm:spPr/>
    </dgm:pt>
    <dgm:pt modelId="{A99258DB-390E-4AE6-8FAA-42C2755D0892}" type="pres">
      <dgm:prSet presAssocID="{2C4EF19D-D499-4887-BA10-003BBCEA546B}" presName="composite" presStyleCnt="0"/>
      <dgm:spPr/>
    </dgm:pt>
    <dgm:pt modelId="{66C2C4E3-C9F6-4CDB-A81E-A825375773AF}" type="pres">
      <dgm:prSet presAssocID="{2C4EF19D-D499-4887-BA10-003BBCEA546B}" presName="background" presStyleLbl="node0" presStyleIdx="1" presStyleCnt="2"/>
      <dgm:spPr/>
    </dgm:pt>
    <dgm:pt modelId="{B8B41170-C697-488A-99D0-2D7FCB7127C2}" type="pres">
      <dgm:prSet presAssocID="{2C4EF19D-D499-4887-BA10-003BBCEA546B}" presName="text" presStyleLbl="fgAcc0" presStyleIdx="1" presStyleCnt="2">
        <dgm:presLayoutVars>
          <dgm:chPref val="3"/>
        </dgm:presLayoutVars>
      </dgm:prSet>
      <dgm:spPr/>
    </dgm:pt>
    <dgm:pt modelId="{0BF4F6EE-88E0-4934-AC82-79967718E94F}" type="pres">
      <dgm:prSet presAssocID="{2C4EF19D-D499-4887-BA10-003BBCEA546B}" presName="hierChild2" presStyleCnt="0"/>
      <dgm:spPr/>
    </dgm:pt>
  </dgm:ptLst>
  <dgm:cxnLst>
    <dgm:cxn modelId="{960C5239-4DB3-4AEA-A759-633366116B2D}" srcId="{D31FEBD3-C18B-457B-B3A3-77BC598DC53C}" destId="{FEA80E48-6791-493D-B843-AC9ECFF3F88F}" srcOrd="0" destOrd="0" parTransId="{4DA9C0F9-1C60-4C21-8817-ABFED03B1EFD}" sibTransId="{14021CF4-717C-409A-B3F9-F7E8A5BE0435}"/>
    <dgm:cxn modelId="{09B7DFA0-90D9-427B-8784-E2C3F05D53B9}" type="presOf" srcId="{D31FEBD3-C18B-457B-B3A3-77BC598DC53C}" destId="{8343F780-45BB-40CA-82CF-0A30216A842D}" srcOrd="0" destOrd="0" presId="urn:microsoft.com/office/officeart/2005/8/layout/hierarchy1"/>
    <dgm:cxn modelId="{F006A8A3-2902-4C34-A7DC-B7808FFC9CBD}" srcId="{D31FEBD3-C18B-457B-B3A3-77BC598DC53C}" destId="{2C4EF19D-D499-4887-BA10-003BBCEA546B}" srcOrd="1" destOrd="0" parTransId="{D072D967-F081-4795-BB5A-B71B757E5BBE}" sibTransId="{BFC2D0B9-343F-4514-9C84-F4FC4CE536B6}"/>
    <dgm:cxn modelId="{D4FA6FAD-32C2-4103-B502-4557FDF40B04}" type="presOf" srcId="{FEA80E48-6791-493D-B843-AC9ECFF3F88F}" destId="{0DAADDE2-5B77-465A-AF97-B96EC3A748C2}" srcOrd="0" destOrd="0" presId="urn:microsoft.com/office/officeart/2005/8/layout/hierarchy1"/>
    <dgm:cxn modelId="{4EF13AB2-41E8-4F33-85AA-792A0457F2AC}" type="presOf" srcId="{2C4EF19D-D499-4887-BA10-003BBCEA546B}" destId="{B8B41170-C697-488A-99D0-2D7FCB7127C2}" srcOrd="0" destOrd="0" presId="urn:microsoft.com/office/officeart/2005/8/layout/hierarchy1"/>
    <dgm:cxn modelId="{21CB8C52-E8FA-4B7F-A316-241B7591EE9A}" type="presParOf" srcId="{8343F780-45BB-40CA-82CF-0A30216A842D}" destId="{2326FC06-8B42-4DC8-8C04-DCEAD8824C5B}" srcOrd="0" destOrd="0" presId="urn:microsoft.com/office/officeart/2005/8/layout/hierarchy1"/>
    <dgm:cxn modelId="{758AAFAC-2439-46C9-BF9E-BCF2197FEE7A}" type="presParOf" srcId="{2326FC06-8B42-4DC8-8C04-DCEAD8824C5B}" destId="{35B5C1D4-95FE-4599-9AA2-460336EEBD2F}" srcOrd="0" destOrd="0" presId="urn:microsoft.com/office/officeart/2005/8/layout/hierarchy1"/>
    <dgm:cxn modelId="{9F2ACF68-FCBF-4C8D-A1BA-00321C6B05BB}" type="presParOf" srcId="{35B5C1D4-95FE-4599-9AA2-460336EEBD2F}" destId="{BE0F5AC1-A63F-4CC8-B329-1257438C1A54}" srcOrd="0" destOrd="0" presId="urn:microsoft.com/office/officeart/2005/8/layout/hierarchy1"/>
    <dgm:cxn modelId="{1B65B227-BCFD-4091-B7F1-4A4CA64D5E7E}" type="presParOf" srcId="{35B5C1D4-95FE-4599-9AA2-460336EEBD2F}" destId="{0DAADDE2-5B77-465A-AF97-B96EC3A748C2}" srcOrd="1" destOrd="0" presId="urn:microsoft.com/office/officeart/2005/8/layout/hierarchy1"/>
    <dgm:cxn modelId="{BBD22E55-D3B3-4849-A16D-66D9339FB9E4}" type="presParOf" srcId="{2326FC06-8B42-4DC8-8C04-DCEAD8824C5B}" destId="{2D85E139-7E34-4DE7-9269-CC790B9445EE}" srcOrd="1" destOrd="0" presId="urn:microsoft.com/office/officeart/2005/8/layout/hierarchy1"/>
    <dgm:cxn modelId="{6F200227-DBB9-4C9C-954E-A528A5B4B4DF}" type="presParOf" srcId="{8343F780-45BB-40CA-82CF-0A30216A842D}" destId="{01B878C6-45F3-44CD-92F6-2F616171862A}" srcOrd="1" destOrd="0" presId="urn:microsoft.com/office/officeart/2005/8/layout/hierarchy1"/>
    <dgm:cxn modelId="{8335C2D9-D6EA-4787-A9ED-89C16A05AA2B}" type="presParOf" srcId="{01B878C6-45F3-44CD-92F6-2F616171862A}" destId="{A99258DB-390E-4AE6-8FAA-42C2755D0892}" srcOrd="0" destOrd="0" presId="urn:microsoft.com/office/officeart/2005/8/layout/hierarchy1"/>
    <dgm:cxn modelId="{59825CBC-BF2D-43EB-BA26-841AC19DC4A8}" type="presParOf" srcId="{A99258DB-390E-4AE6-8FAA-42C2755D0892}" destId="{66C2C4E3-C9F6-4CDB-A81E-A825375773AF}" srcOrd="0" destOrd="0" presId="urn:microsoft.com/office/officeart/2005/8/layout/hierarchy1"/>
    <dgm:cxn modelId="{BDF47892-7652-4155-ADFD-FDDC01479E8C}" type="presParOf" srcId="{A99258DB-390E-4AE6-8FAA-42C2755D0892}" destId="{B8B41170-C697-488A-99D0-2D7FCB7127C2}" srcOrd="1" destOrd="0" presId="urn:microsoft.com/office/officeart/2005/8/layout/hierarchy1"/>
    <dgm:cxn modelId="{2D1DF428-7E6F-4FA5-8762-6172C71ABF9D}" type="presParOf" srcId="{01B878C6-45F3-44CD-92F6-2F616171862A}" destId="{0BF4F6EE-88E0-4934-AC82-79967718E94F}" srcOrd="1" destOrd="0" presId="urn:microsoft.com/office/officeart/2005/8/layout/hierarchy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9846C3F-F15C-443A-BFD9-340F39EFBB00}"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47C1978D-7F50-437C-955A-8023BAD6EA8D}">
      <dgm:prSet/>
      <dgm:spPr/>
      <dgm:t>
        <a:bodyPr/>
        <a:lstStyle/>
        <a:p>
          <a:r>
            <a:rPr lang="en-GB" b="1"/>
            <a:t>Somatic type </a:t>
          </a:r>
          <a:r>
            <a:rPr lang="en-GB"/>
            <a:t>A 38-year-old woman is absolutely certain she has a parasitic worm infestation in her intestines despite dozens of negative medical tests (stool tests, CT scans, colonoscopies). She spends hours a day researching rare parasites online and repeatedly demands antiparasitic medication. Functioning is fairly intact otherwise.</a:t>
          </a:r>
          <a:endParaRPr lang="en-US"/>
        </a:p>
      </dgm:t>
    </dgm:pt>
    <dgm:pt modelId="{06B7A9F2-E8C7-42A3-9D05-D105C89968BA}" cxnId="{97D7809B-2038-4B22-A376-FB6CA51522DC}" type="parTrans">
      <dgm:prSet/>
      <dgm:spPr/>
      <dgm:t>
        <a:bodyPr/>
        <a:lstStyle/>
        <a:p>
          <a:endParaRPr lang="en-US"/>
        </a:p>
      </dgm:t>
    </dgm:pt>
    <dgm:pt modelId="{C40252F1-7456-4692-95EF-90F459354AB3}" cxnId="{97D7809B-2038-4B22-A376-FB6CA51522DC}" type="sibTrans">
      <dgm:prSet/>
      <dgm:spPr/>
      <dgm:t>
        <a:bodyPr/>
        <a:lstStyle/>
        <a:p>
          <a:endParaRPr lang="en-US"/>
        </a:p>
      </dgm:t>
    </dgm:pt>
    <dgm:pt modelId="{60DF4884-400A-4585-9A82-8DB9F27FBD24}">
      <dgm:prSet/>
      <dgm:spPr/>
      <dgm:t>
        <a:bodyPr/>
        <a:lstStyle/>
        <a:p>
          <a:r>
            <a:rPr lang="en-GB" b="1"/>
            <a:t>Jealous type </a:t>
          </a:r>
          <a:r>
            <a:rPr lang="en-GB"/>
            <a:t>A 50-year-old husband believes, without evidence, that his wife has been unfaithful with multiple colleagues for the past 2 years. He checks her phone daily, follows her car, and questions minor details in her stories, but does not have mood swings, hallucinations, or disorganized thinking.</a:t>
          </a:r>
          <a:endParaRPr lang="en-US"/>
        </a:p>
      </dgm:t>
    </dgm:pt>
    <dgm:pt modelId="{522A98A9-56AE-47A3-9F7C-02D35D47A15D}" cxnId="{B38E60D9-D846-40DC-AB9B-FD6682B3DC0D}" type="parTrans">
      <dgm:prSet/>
      <dgm:spPr/>
      <dgm:t>
        <a:bodyPr/>
        <a:lstStyle/>
        <a:p>
          <a:endParaRPr lang="en-US"/>
        </a:p>
      </dgm:t>
    </dgm:pt>
    <dgm:pt modelId="{5FA15340-48F4-43B8-859A-E289107C679C}" cxnId="{B38E60D9-D846-40DC-AB9B-FD6682B3DC0D}" type="sibTrans">
      <dgm:prSet/>
      <dgm:spPr/>
      <dgm:t>
        <a:bodyPr/>
        <a:lstStyle/>
        <a:p>
          <a:endParaRPr lang="en-US"/>
        </a:p>
      </dgm:t>
    </dgm:pt>
    <dgm:pt modelId="{E03DCC58-C424-490A-B9EF-44268A7C82B8}" type="pres">
      <dgm:prSet presAssocID="{C9846C3F-F15C-443A-BFD9-340F39EFBB00}" presName="hierChild1" presStyleCnt="0">
        <dgm:presLayoutVars>
          <dgm:chPref val="1"/>
          <dgm:dir/>
          <dgm:animOne val="branch"/>
          <dgm:animLvl val="lvl"/>
          <dgm:resizeHandles/>
        </dgm:presLayoutVars>
      </dgm:prSet>
      <dgm:spPr/>
    </dgm:pt>
    <dgm:pt modelId="{1729C548-0D41-4BC0-AFE4-B2E6EBBFEE3F}" type="pres">
      <dgm:prSet presAssocID="{47C1978D-7F50-437C-955A-8023BAD6EA8D}" presName="hierRoot1" presStyleCnt="0"/>
      <dgm:spPr/>
    </dgm:pt>
    <dgm:pt modelId="{EEF77567-9484-4540-946B-3707BFF79C19}" type="pres">
      <dgm:prSet presAssocID="{47C1978D-7F50-437C-955A-8023BAD6EA8D}" presName="composite" presStyleCnt="0"/>
      <dgm:spPr/>
    </dgm:pt>
    <dgm:pt modelId="{096C06C2-CADC-40EB-A523-C26EA38078C4}" type="pres">
      <dgm:prSet presAssocID="{47C1978D-7F50-437C-955A-8023BAD6EA8D}" presName="background" presStyleLbl="node0" presStyleIdx="0" presStyleCnt="2"/>
      <dgm:spPr/>
    </dgm:pt>
    <dgm:pt modelId="{9C02C53F-7BFD-4E14-9FDE-3669E71D1F01}" type="pres">
      <dgm:prSet presAssocID="{47C1978D-7F50-437C-955A-8023BAD6EA8D}" presName="text" presStyleLbl="fgAcc0" presStyleIdx="0" presStyleCnt="2">
        <dgm:presLayoutVars>
          <dgm:chPref val="3"/>
        </dgm:presLayoutVars>
      </dgm:prSet>
      <dgm:spPr/>
    </dgm:pt>
    <dgm:pt modelId="{6528AB3D-3F62-465E-A15C-E7C766F6FF55}" type="pres">
      <dgm:prSet presAssocID="{47C1978D-7F50-437C-955A-8023BAD6EA8D}" presName="hierChild2" presStyleCnt="0"/>
      <dgm:spPr/>
    </dgm:pt>
    <dgm:pt modelId="{6DC449A4-32A8-4A3D-A1BF-2689BA6A99E3}" type="pres">
      <dgm:prSet presAssocID="{60DF4884-400A-4585-9A82-8DB9F27FBD24}" presName="hierRoot1" presStyleCnt="0"/>
      <dgm:spPr/>
    </dgm:pt>
    <dgm:pt modelId="{887FC319-7D72-4B1A-9740-BE9A1CD80CE5}" type="pres">
      <dgm:prSet presAssocID="{60DF4884-400A-4585-9A82-8DB9F27FBD24}" presName="composite" presStyleCnt="0"/>
      <dgm:spPr/>
    </dgm:pt>
    <dgm:pt modelId="{232DE419-C9CA-4514-A873-1F2430A6BCFE}" type="pres">
      <dgm:prSet presAssocID="{60DF4884-400A-4585-9A82-8DB9F27FBD24}" presName="background" presStyleLbl="node0" presStyleIdx="1" presStyleCnt="2"/>
      <dgm:spPr/>
    </dgm:pt>
    <dgm:pt modelId="{38174D34-D0DD-4D12-84F6-C8A150769B60}" type="pres">
      <dgm:prSet presAssocID="{60DF4884-400A-4585-9A82-8DB9F27FBD24}" presName="text" presStyleLbl="fgAcc0" presStyleIdx="1" presStyleCnt="2">
        <dgm:presLayoutVars>
          <dgm:chPref val="3"/>
        </dgm:presLayoutVars>
      </dgm:prSet>
      <dgm:spPr/>
    </dgm:pt>
    <dgm:pt modelId="{763BDBA5-79DF-4ADB-B6E3-143778702C89}" type="pres">
      <dgm:prSet presAssocID="{60DF4884-400A-4585-9A82-8DB9F27FBD24}" presName="hierChild2" presStyleCnt="0"/>
      <dgm:spPr/>
    </dgm:pt>
  </dgm:ptLst>
  <dgm:cxnLst>
    <dgm:cxn modelId="{5CEF7C4A-FD75-44CF-9742-FB145127910E}" type="presOf" srcId="{47C1978D-7F50-437C-955A-8023BAD6EA8D}" destId="{9C02C53F-7BFD-4E14-9FDE-3669E71D1F01}" srcOrd="0" destOrd="0" presId="urn:microsoft.com/office/officeart/2005/8/layout/hierarchy1"/>
    <dgm:cxn modelId="{97D7809B-2038-4B22-A376-FB6CA51522DC}" srcId="{C9846C3F-F15C-443A-BFD9-340F39EFBB00}" destId="{47C1978D-7F50-437C-955A-8023BAD6EA8D}" srcOrd="0" destOrd="0" parTransId="{06B7A9F2-E8C7-42A3-9D05-D105C89968BA}" sibTransId="{C40252F1-7456-4692-95EF-90F459354AB3}"/>
    <dgm:cxn modelId="{8D9B70A1-13DB-4A05-862E-EDD653D02F37}" type="presOf" srcId="{C9846C3F-F15C-443A-BFD9-340F39EFBB00}" destId="{E03DCC58-C424-490A-B9EF-44268A7C82B8}" srcOrd="0" destOrd="0" presId="urn:microsoft.com/office/officeart/2005/8/layout/hierarchy1"/>
    <dgm:cxn modelId="{F52572CE-D947-4747-BCDB-D07599CE267A}" type="presOf" srcId="{60DF4884-400A-4585-9A82-8DB9F27FBD24}" destId="{38174D34-D0DD-4D12-84F6-C8A150769B60}" srcOrd="0" destOrd="0" presId="urn:microsoft.com/office/officeart/2005/8/layout/hierarchy1"/>
    <dgm:cxn modelId="{B38E60D9-D846-40DC-AB9B-FD6682B3DC0D}" srcId="{C9846C3F-F15C-443A-BFD9-340F39EFBB00}" destId="{60DF4884-400A-4585-9A82-8DB9F27FBD24}" srcOrd="1" destOrd="0" parTransId="{522A98A9-56AE-47A3-9F7C-02D35D47A15D}" sibTransId="{5FA15340-48F4-43B8-859A-E289107C679C}"/>
    <dgm:cxn modelId="{FCCB0020-C6FB-4CD9-B0E5-C46D7D836CE8}" type="presParOf" srcId="{E03DCC58-C424-490A-B9EF-44268A7C82B8}" destId="{1729C548-0D41-4BC0-AFE4-B2E6EBBFEE3F}" srcOrd="0" destOrd="0" presId="urn:microsoft.com/office/officeart/2005/8/layout/hierarchy1"/>
    <dgm:cxn modelId="{F283A3C0-EF98-4FAE-9441-C9362E90FACC}" type="presParOf" srcId="{1729C548-0D41-4BC0-AFE4-B2E6EBBFEE3F}" destId="{EEF77567-9484-4540-946B-3707BFF79C19}" srcOrd="0" destOrd="0" presId="urn:microsoft.com/office/officeart/2005/8/layout/hierarchy1"/>
    <dgm:cxn modelId="{0F10A1A9-7B24-484A-8537-4FFA4003A7A1}" type="presParOf" srcId="{EEF77567-9484-4540-946B-3707BFF79C19}" destId="{096C06C2-CADC-40EB-A523-C26EA38078C4}" srcOrd="0" destOrd="0" presId="urn:microsoft.com/office/officeart/2005/8/layout/hierarchy1"/>
    <dgm:cxn modelId="{777DF584-6A1E-4695-A848-2210EE808E7C}" type="presParOf" srcId="{EEF77567-9484-4540-946B-3707BFF79C19}" destId="{9C02C53F-7BFD-4E14-9FDE-3669E71D1F01}" srcOrd="1" destOrd="0" presId="urn:microsoft.com/office/officeart/2005/8/layout/hierarchy1"/>
    <dgm:cxn modelId="{13515569-ACB1-4897-BCB7-C2C7CA7580A3}" type="presParOf" srcId="{1729C548-0D41-4BC0-AFE4-B2E6EBBFEE3F}" destId="{6528AB3D-3F62-465E-A15C-E7C766F6FF55}" srcOrd="1" destOrd="0" presId="urn:microsoft.com/office/officeart/2005/8/layout/hierarchy1"/>
    <dgm:cxn modelId="{99018B85-00AD-4A6D-BF62-1685DE43323E}" type="presParOf" srcId="{E03DCC58-C424-490A-B9EF-44268A7C82B8}" destId="{6DC449A4-32A8-4A3D-A1BF-2689BA6A99E3}" srcOrd="1" destOrd="0" presId="urn:microsoft.com/office/officeart/2005/8/layout/hierarchy1"/>
    <dgm:cxn modelId="{37843403-6074-4D68-B30E-C17AD41D79C2}" type="presParOf" srcId="{6DC449A4-32A8-4A3D-A1BF-2689BA6A99E3}" destId="{887FC319-7D72-4B1A-9740-BE9A1CD80CE5}" srcOrd="0" destOrd="0" presId="urn:microsoft.com/office/officeart/2005/8/layout/hierarchy1"/>
    <dgm:cxn modelId="{063C16E0-30D3-446D-81D2-3F353A13A24F}" type="presParOf" srcId="{887FC319-7D72-4B1A-9740-BE9A1CD80CE5}" destId="{232DE419-C9CA-4514-A873-1F2430A6BCFE}" srcOrd="0" destOrd="0" presId="urn:microsoft.com/office/officeart/2005/8/layout/hierarchy1"/>
    <dgm:cxn modelId="{C947043C-D13B-416D-9F70-BA8E041FF98A}" type="presParOf" srcId="{887FC319-7D72-4B1A-9740-BE9A1CD80CE5}" destId="{38174D34-D0DD-4D12-84F6-C8A150769B60}" srcOrd="1" destOrd="0" presId="urn:microsoft.com/office/officeart/2005/8/layout/hierarchy1"/>
    <dgm:cxn modelId="{D4AE90A5-F2AA-41D0-AB95-9303148E3977}" type="presParOf" srcId="{6DC449A4-32A8-4A3D-A1BF-2689BA6A99E3}" destId="{763BDBA5-79DF-4ADB-B6E3-143778702C89}" srcOrd="1" destOrd="0" presId="urn:microsoft.com/office/officeart/2005/8/layout/hierarchy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905254" cy="4157328"/>
        <a:chOff x="0" y="0"/>
        <a:chExt cx="5905254" cy="4157328"/>
      </a:xfrm>
    </dsp:grpSpPr>
    <dsp:sp modelId="{57AC676A-D6D4-4B7F-BF72-23C2A339D120}">
      <dsp:nvSpPr>
        <dsp:cNvPr id="3" name="Straight Connector 2"/>
        <dsp:cNvSpPr/>
      </dsp:nvSpPr>
      <dsp:spPr bwMode="white">
        <a:xfrm>
          <a:off x="0" y="0"/>
          <a:ext cx="5905254" cy="0"/>
        </a:xfrm>
        <a:prstGeom prst="line">
          <a:avLst/>
        </a:prstGeom>
      </dsp:spPr>
      <dsp:style>
        <a:lnRef idx="2">
          <a:schemeClr val="accent5">
            <a:hueOff val="0"/>
            <a:satOff val="0"/>
            <a:lumOff val="0"/>
            <a:alpha val="100000"/>
          </a:schemeClr>
        </a:lnRef>
        <a:fillRef idx="1">
          <a:schemeClr val="accent5">
            <a:hueOff val="0"/>
            <a:satOff val="0"/>
            <a:lumOff val="0"/>
            <a:alpha val="100000"/>
          </a:schemeClr>
        </a:fillRef>
        <a:effectRef idx="0">
          <a:scrgbClr r="0" g="0" b="0"/>
        </a:effectRef>
        <a:fontRef idx="minor">
          <a:schemeClr val="lt1"/>
        </a:fontRef>
      </dsp:style>
      <dsp:txXfrm>
        <a:off x="0" y="0"/>
        <a:ext cx="5905254" cy="0"/>
      </dsp:txXfrm>
    </dsp:sp>
    <dsp:sp modelId="{E5301BFF-21E7-4661-8C28-DE990F957C53}">
      <dsp:nvSpPr>
        <dsp:cNvPr id="4" name="Rectangles 3"/>
        <dsp:cNvSpPr/>
      </dsp:nvSpPr>
      <dsp:spPr bwMode="white">
        <a:xfrm>
          <a:off x="0" y="0"/>
          <a:ext cx="5905254" cy="59390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t"/>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a:solidFill>
                <a:schemeClr val="tx1"/>
              </a:solidFill>
            </a:rPr>
            <a:t>What is abnormality?</a:t>
          </a:r>
          <a:endParaRPr lang="en-US">
            <a:solidFill>
              <a:schemeClr val="tx1"/>
            </a:solidFill>
          </a:endParaRPr>
        </a:p>
      </dsp:txBody>
      <dsp:txXfrm>
        <a:off x="0" y="0"/>
        <a:ext cx="5905254" cy="593904"/>
      </dsp:txXfrm>
    </dsp:sp>
    <dsp:sp modelId="{027152E6-6E40-425F-9E98-FC2B66F75B2C}">
      <dsp:nvSpPr>
        <dsp:cNvPr id="5" name="Straight Connector 4"/>
        <dsp:cNvSpPr/>
      </dsp:nvSpPr>
      <dsp:spPr bwMode="white">
        <a:xfrm>
          <a:off x="0" y="593904"/>
          <a:ext cx="5905254" cy="0"/>
        </a:xfrm>
        <a:prstGeom prst="line">
          <a:avLst/>
        </a:prstGeom>
      </dsp:spPr>
      <dsp:style>
        <a:lnRef idx="2">
          <a:schemeClr val="accent5">
            <a:hueOff val="-220000"/>
            <a:satOff val="131"/>
            <a:lumOff val="1046"/>
            <a:alpha val="100000"/>
          </a:schemeClr>
        </a:lnRef>
        <a:fillRef idx="1">
          <a:schemeClr val="accent5">
            <a:hueOff val="-220000"/>
            <a:satOff val="131"/>
            <a:lumOff val="1046"/>
            <a:alpha val="100000"/>
          </a:schemeClr>
        </a:fillRef>
        <a:effectRef idx="0">
          <a:scrgbClr r="0" g="0" b="0"/>
        </a:effectRef>
        <a:fontRef idx="minor">
          <a:schemeClr val="lt1"/>
        </a:fontRef>
      </dsp:style>
      <dsp:txXfrm>
        <a:off x="0" y="593904"/>
        <a:ext cx="5905254" cy="0"/>
      </dsp:txXfrm>
    </dsp:sp>
    <dsp:sp modelId="{E0271D81-0EEA-4F5D-8565-FDE2FB6A7553}">
      <dsp:nvSpPr>
        <dsp:cNvPr id="6" name="Rectangles 5"/>
        <dsp:cNvSpPr/>
      </dsp:nvSpPr>
      <dsp:spPr bwMode="white">
        <a:xfrm>
          <a:off x="0" y="593904"/>
          <a:ext cx="5905254" cy="59390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t"/>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dirty="0">
              <a:solidFill>
                <a:schemeClr val="tx1"/>
              </a:solidFill>
            </a:rPr>
            <a:t>The classification of mental disorders</a:t>
          </a:r>
          <a:endParaRPr lang="en-US" dirty="0">
            <a:solidFill>
              <a:schemeClr val="tx1"/>
            </a:solidFill>
          </a:endParaRPr>
        </a:p>
      </dsp:txBody>
      <dsp:txXfrm>
        <a:off x="0" y="593904"/>
        <a:ext cx="5905254" cy="593904"/>
      </dsp:txXfrm>
    </dsp:sp>
    <dsp:sp modelId="{30EA391C-D8E8-4255-89CF-FFE0A434B88A}">
      <dsp:nvSpPr>
        <dsp:cNvPr id="7" name="Straight Connector 6"/>
        <dsp:cNvSpPr/>
      </dsp:nvSpPr>
      <dsp:spPr bwMode="white">
        <a:xfrm>
          <a:off x="0" y="1187808"/>
          <a:ext cx="5905254" cy="0"/>
        </a:xfrm>
        <a:prstGeom prst="line">
          <a:avLst/>
        </a:prstGeom>
      </dsp:spPr>
      <dsp:style>
        <a:lnRef idx="2">
          <a:schemeClr val="accent5">
            <a:hueOff val="-440000"/>
            <a:satOff val="261"/>
            <a:lumOff val="2092"/>
            <a:alpha val="100000"/>
          </a:schemeClr>
        </a:lnRef>
        <a:fillRef idx="1">
          <a:schemeClr val="accent5">
            <a:hueOff val="-440000"/>
            <a:satOff val="261"/>
            <a:lumOff val="2092"/>
            <a:alpha val="100000"/>
          </a:schemeClr>
        </a:fillRef>
        <a:effectRef idx="0">
          <a:scrgbClr r="0" g="0" b="0"/>
        </a:effectRef>
        <a:fontRef idx="minor">
          <a:schemeClr val="lt1"/>
        </a:fontRef>
      </dsp:style>
      <dsp:txXfrm>
        <a:off x="0" y="1187808"/>
        <a:ext cx="5905254" cy="0"/>
      </dsp:txXfrm>
    </dsp:sp>
    <dsp:sp modelId="{4CD3AC03-8063-4779-A210-65EEB890D8D7}">
      <dsp:nvSpPr>
        <dsp:cNvPr id="8" name="Rectangles 7"/>
        <dsp:cNvSpPr/>
      </dsp:nvSpPr>
      <dsp:spPr bwMode="white">
        <a:xfrm>
          <a:off x="0" y="1187808"/>
          <a:ext cx="5905254" cy="59390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t"/>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a:solidFill>
                <a:schemeClr val="tx1"/>
              </a:solidFill>
            </a:rPr>
            <a:t>Anxiety disorders</a:t>
          </a:r>
          <a:endParaRPr lang="en-US">
            <a:solidFill>
              <a:schemeClr val="tx1"/>
            </a:solidFill>
          </a:endParaRPr>
        </a:p>
      </dsp:txBody>
      <dsp:txXfrm>
        <a:off x="0" y="1187808"/>
        <a:ext cx="5905254" cy="593904"/>
      </dsp:txXfrm>
    </dsp:sp>
    <dsp:sp modelId="{0CA223EB-6D8D-4BD3-9F31-67C9EF60CF10}">
      <dsp:nvSpPr>
        <dsp:cNvPr id="9" name="Straight Connector 8"/>
        <dsp:cNvSpPr/>
      </dsp:nvSpPr>
      <dsp:spPr bwMode="white">
        <a:xfrm>
          <a:off x="0" y="1781712"/>
          <a:ext cx="5905254" cy="0"/>
        </a:xfrm>
        <a:prstGeom prst="line">
          <a:avLst/>
        </a:prstGeom>
      </dsp:spPr>
      <dsp:style>
        <a:lnRef idx="2">
          <a:schemeClr val="accent5">
            <a:hueOff val="-660000"/>
            <a:satOff val="392"/>
            <a:lumOff val="3137"/>
            <a:alpha val="100000"/>
          </a:schemeClr>
        </a:lnRef>
        <a:fillRef idx="1">
          <a:schemeClr val="accent5">
            <a:hueOff val="-660000"/>
            <a:satOff val="392"/>
            <a:lumOff val="3137"/>
            <a:alpha val="100000"/>
          </a:schemeClr>
        </a:fillRef>
        <a:effectRef idx="0">
          <a:scrgbClr r="0" g="0" b="0"/>
        </a:effectRef>
        <a:fontRef idx="minor">
          <a:schemeClr val="lt1"/>
        </a:fontRef>
      </dsp:style>
      <dsp:txXfrm>
        <a:off x="0" y="1781712"/>
        <a:ext cx="5905254" cy="0"/>
      </dsp:txXfrm>
    </dsp:sp>
    <dsp:sp modelId="{83881343-EF31-4791-8681-12C575A4BB38}">
      <dsp:nvSpPr>
        <dsp:cNvPr id="10" name="Rectangles 9"/>
        <dsp:cNvSpPr/>
      </dsp:nvSpPr>
      <dsp:spPr bwMode="white">
        <a:xfrm>
          <a:off x="0" y="1781712"/>
          <a:ext cx="5905254" cy="59390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t"/>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a:solidFill>
                <a:schemeClr val="tx1"/>
              </a:solidFill>
            </a:rPr>
            <a:t>Obsessive-compulsive and related disorders</a:t>
          </a:r>
          <a:endParaRPr lang="en-US">
            <a:solidFill>
              <a:schemeClr val="tx1"/>
            </a:solidFill>
          </a:endParaRPr>
        </a:p>
      </dsp:txBody>
      <dsp:txXfrm>
        <a:off x="0" y="1781712"/>
        <a:ext cx="5905254" cy="593904"/>
      </dsp:txXfrm>
    </dsp:sp>
    <dsp:sp modelId="{63D3607C-8E4A-4DA8-965F-74D58AC9C376}">
      <dsp:nvSpPr>
        <dsp:cNvPr id="11" name="Straight Connector 10"/>
        <dsp:cNvSpPr/>
      </dsp:nvSpPr>
      <dsp:spPr bwMode="white">
        <a:xfrm>
          <a:off x="0" y="2375616"/>
          <a:ext cx="5905254" cy="0"/>
        </a:xfrm>
        <a:prstGeom prst="line">
          <a:avLst/>
        </a:prstGeom>
      </dsp:spPr>
      <dsp:style>
        <a:lnRef idx="2">
          <a:schemeClr val="accent5">
            <a:hueOff val="-880000"/>
            <a:satOff val="523"/>
            <a:lumOff val="4183"/>
            <a:alpha val="100000"/>
          </a:schemeClr>
        </a:lnRef>
        <a:fillRef idx="1">
          <a:schemeClr val="accent5">
            <a:hueOff val="-880000"/>
            <a:satOff val="523"/>
            <a:lumOff val="4183"/>
            <a:alpha val="100000"/>
          </a:schemeClr>
        </a:fillRef>
        <a:effectRef idx="0">
          <a:scrgbClr r="0" g="0" b="0"/>
        </a:effectRef>
        <a:fontRef idx="minor">
          <a:schemeClr val="lt1"/>
        </a:fontRef>
      </dsp:style>
      <dsp:txXfrm>
        <a:off x="0" y="2375616"/>
        <a:ext cx="5905254" cy="0"/>
      </dsp:txXfrm>
    </dsp:sp>
    <dsp:sp modelId="{C02F499E-7689-4660-8B09-1D1C358EA414}">
      <dsp:nvSpPr>
        <dsp:cNvPr id="12" name="Rectangles 11"/>
        <dsp:cNvSpPr/>
      </dsp:nvSpPr>
      <dsp:spPr bwMode="white">
        <a:xfrm>
          <a:off x="0" y="2375616"/>
          <a:ext cx="5905254" cy="59390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t"/>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a:solidFill>
                <a:schemeClr val="tx1"/>
              </a:solidFill>
            </a:rPr>
            <a:t>Depressive and bipolar disorders</a:t>
          </a:r>
          <a:endParaRPr lang="en-US">
            <a:solidFill>
              <a:schemeClr val="tx1"/>
            </a:solidFill>
          </a:endParaRPr>
        </a:p>
      </dsp:txBody>
      <dsp:txXfrm>
        <a:off x="0" y="2375616"/>
        <a:ext cx="5905254" cy="593904"/>
      </dsp:txXfrm>
    </dsp:sp>
    <dsp:sp modelId="{0B6EF0A4-3A4B-4081-9F71-5900860D97A6}">
      <dsp:nvSpPr>
        <dsp:cNvPr id="13" name="Straight Connector 12"/>
        <dsp:cNvSpPr/>
      </dsp:nvSpPr>
      <dsp:spPr bwMode="white">
        <a:xfrm>
          <a:off x="0" y="2969520"/>
          <a:ext cx="5905254" cy="0"/>
        </a:xfrm>
        <a:prstGeom prst="line">
          <a:avLst/>
        </a:prstGeom>
      </dsp:spPr>
      <dsp:style>
        <a:lnRef idx="2">
          <a:schemeClr val="accent5">
            <a:hueOff val="-1100000"/>
            <a:satOff val="654"/>
            <a:lumOff val="5229"/>
            <a:alpha val="100000"/>
          </a:schemeClr>
        </a:lnRef>
        <a:fillRef idx="1">
          <a:schemeClr val="accent5">
            <a:hueOff val="-1100000"/>
            <a:satOff val="654"/>
            <a:lumOff val="5229"/>
            <a:alpha val="100000"/>
          </a:schemeClr>
        </a:fillRef>
        <a:effectRef idx="0">
          <a:scrgbClr r="0" g="0" b="0"/>
        </a:effectRef>
        <a:fontRef idx="minor">
          <a:schemeClr val="lt1"/>
        </a:fontRef>
      </dsp:style>
      <dsp:txXfrm>
        <a:off x="0" y="2969520"/>
        <a:ext cx="5905254" cy="0"/>
      </dsp:txXfrm>
    </dsp:sp>
    <dsp:sp modelId="{265BC6E1-F840-45E8-B2D0-B226DD190CF1}">
      <dsp:nvSpPr>
        <dsp:cNvPr id="14" name="Rectangles 13"/>
        <dsp:cNvSpPr/>
      </dsp:nvSpPr>
      <dsp:spPr bwMode="white">
        <a:xfrm>
          <a:off x="0" y="2969520"/>
          <a:ext cx="5905254" cy="59390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t"/>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a:solidFill>
                <a:schemeClr val="tx1"/>
              </a:solidFill>
            </a:rPr>
            <a:t>Schizophrenia spectrum</a:t>
          </a:r>
          <a:endParaRPr lang="en-US">
            <a:solidFill>
              <a:schemeClr val="tx1"/>
            </a:solidFill>
          </a:endParaRPr>
        </a:p>
      </dsp:txBody>
      <dsp:txXfrm>
        <a:off x="0" y="2969520"/>
        <a:ext cx="5905254" cy="593904"/>
      </dsp:txXfrm>
    </dsp:sp>
    <dsp:sp modelId="{F48B3176-C649-4803-BBE0-690AF4675597}">
      <dsp:nvSpPr>
        <dsp:cNvPr id="15" name="Straight Connector 14"/>
        <dsp:cNvSpPr/>
      </dsp:nvSpPr>
      <dsp:spPr bwMode="white">
        <a:xfrm>
          <a:off x="0" y="3563424"/>
          <a:ext cx="5905254" cy="0"/>
        </a:xfrm>
        <a:prstGeom prst="line">
          <a:avLst/>
        </a:prstGeom>
      </dsp:spPr>
      <dsp:style>
        <a:lnRef idx="2">
          <a:schemeClr val="accent5">
            <a:hueOff val="-1320000"/>
            <a:satOff val="784"/>
            <a:lumOff val="6275"/>
            <a:alpha val="100000"/>
          </a:schemeClr>
        </a:lnRef>
        <a:fillRef idx="1">
          <a:schemeClr val="accent5">
            <a:hueOff val="-1320000"/>
            <a:satOff val="784"/>
            <a:lumOff val="6275"/>
            <a:alpha val="100000"/>
          </a:schemeClr>
        </a:fillRef>
        <a:effectRef idx="0">
          <a:scrgbClr r="0" g="0" b="0"/>
        </a:effectRef>
        <a:fontRef idx="minor">
          <a:schemeClr val="lt1"/>
        </a:fontRef>
      </dsp:style>
      <dsp:txXfrm>
        <a:off x="0" y="3563424"/>
        <a:ext cx="5905254" cy="0"/>
      </dsp:txXfrm>
    </dsp:sp>
    <dsp:sp modelId="{BC5357FC-171C-47F7-8D0D-DC64F2D08DAB}">
      <dsp:nvSpPr>
        <dsp:cNvPr id="16" name="Rectangles 15"/>
        <dsp:cNvSpPr/>
      </dsp:nvSpPr>
      <dsp:spPr bwMode="white">
        <a:xfrm>
          <a:off x="0" y="3563424"/>
          <a:ext cx="5905254" cy="59390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t"/>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a:solidFill>
                <a:schemeClr val="tx1"/>
              </a:solidFill>
            </a:rPr>
            <a:t>Personality disorders</a:t>
          </a:r>
          <a:endParaRPr lang="en-US">
            <a:solidFill>
              <a:schemeClr val="tx1"/>
            </a:solidFill>
          </a:endParaRPr>
        </a:p>
      </dsp:txBody>
      <dsp:txXfrm>
        <a:off x="0" y="3563424"/>
        <a:ext cx="5905254" cy="59390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104761" cy="5464170"/>
        <a:chOff x="0" y="0"/>
        <a:chExt cx="6104761" cy="5464170"/>
      </a:xfrm>
    </dsp:grpSpPr>
    <dsp:sp modelId="{9FE560A2-7006-45B7-AAD7-A920B84B47DC}">
      <dsp:nvSpPr>
        <dsp:cNvPr id="5" name="Rectangles 4"/>
        <dsp:cNvSpPr/>
      </dsp:nvSpPr>
      <dsp:spPr bwMode="white">
        <a:xfrm>
          <a:off x="0" y="329985"/>
          <a:ext cx="6104761" cy="428400"/>
        </a:xfrm>
        <a:prstGeom prst="rect">
          <a:avLst/>
        </a:prstGeom>
      </dsp:spPr>
      <dsp:style>
        <a:lnRef idx="2">
          <a:schemeClr val="accent2"/>
        </a:lnRef>
        <a:fillRef idx="1">
          <a:schemeClr val="lt1">
            <a:alpha val="90000"/>
          </a:schemeClr>
        </a:fillRef>
        <a:effectRef idx="0">
          <a:scrgbClr r="0" g="0" b="0"/>
        </a:effectRef>
        <a:fontRef idx="minor"/>
      </dsp:style>
      <dsp:txBody>
        <a:bodyPr lIns="473797" tIns="333248" rIns="473797"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endParaRPr>
            <a:solidFill>
              <a:schemeClr val="dk1"/>
            </a:solidFill>
          </a:endParaRPr>
        </a:p>
      </dsp:txBody>
      <dsp:txXfrm>
        <a:off x="0" y="329985"/>
        <a:ext cx="6104761" cy="428400"/>
      </dsp:txXfrm>
    </dsp:sp>
    <dsp:sp modelId="{98C9AAF1-1A34-4785-A3D2-B40821C26E3D}">
      <dsp:nvSpPr>
        <dsp:cNvPr id="4" name="Rounded Rectangle 3"/>
        <dsp:cNvSpPr/>
      </dsp:nvSpPr>
      <dsp:spPr bwMode="white">
        <a:xfrm>
          <a:off x="305238" y="79065"/>
          <a:ext cx="4273333" cy="501840"/>
        </a:xfrm>
        <a:prstGeom prst="roundRect">
          <a:avLst/>
        </a:prstGeom>
      </dsp:spPr>
      <dsp:style>
        <a:lnRef idx="2">
          <a:schemeClr val="lt1"/>
        </a:lnRef>
        <a:fillRef idx="1">
          <a:schemeClr val="accent2"/>
        </a:fillRef>
        <a:effectRef idx="0">
          <a:scrgbClr r="0" g="0" b="0"/>
        </a:effectRef>
        <a:fontRef idx="minor">
          <a:schemeClr val="lt1"/>
        </a:fontRef>
      </dsp:style>
      <dsp:txBody>
        <a:bodyPr lIns="161521" tIns="0" rIns="161521"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GB" b="0" i="0"/>
            <a:t>Separation Anxiety Disorder</a:t>
          </a:r>
          <a:endParaRPr lang="en-US"/>
        </a:p>
      </dsp:txBody>
      <dsp:txXfrm>
        <a:off x="305238" y="79065"/>
        <a:ext cx="4273333" cy="501840"/>
      </dsp:txXfrm>
    </dsp:sp>
    <dsp:sp modelId="{FEEAB13F-A9B2-4FAF-A374-8231A7B88165}">
      <dsp:nvSpPr>
        <dsp:cNvPr id="8" name="Rectangles 7"/>
        <dsp:cNvSpPr/>
      </dsp:nvSpPr>
      <dsp:spPr bwMode="white">
        <a:xfrm>
          <a:off x="0" y="1101105"/>
          <a:ext cx="6104761" cy="428400"/>
        </a:xfrm>
        <a:prstGeom prst="rect">
          <a:avLst/>
        </a:prstGeom>
      </dsp:spPr>
      <dsp:style>
        <a:lnRef idx="2">
          <a:schemeClr val="accent2"/>
        </a:lnRef>
        <a:fillRef idx="1">
          <a:schemeClr val="lt1">
            <a:alpha val="90000"/>
          </a:schemeClr>
        </a:fillRef>
        <a:effectRef idx="0">
          <a:scrgbClr r="0" g="0" b="0"/>
        </a:effectRef>
        <a:fontRef idx="minor"/>
      </dsp:style>
      <dsp:txBody>
        <a:bodyPr lIns="473797" tIns="333248" rIns="473797"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endParaRPr>
            <a:solidFill>
              <a:schemeClr val="dk1"/>
            </a:solidFill>
          </a:endParaRPr>
        </a:p>
      </dsp:txBody>
      <dsp:txXfrm>
        <a:off x="0" y="1101105"/>
        <a:ext cx="6104761" cy="428400"/>
      </dsp:txXfrm>
    </dsp:sp>
    <dsp:sp modelId="{770EFFA1-0E8E-4C3C-AA24-842CF3167FF1}">
      <dsp:nvSpPr>
        <dsp:cNvPr id="7" name="Rounded Rectangle 6"/>
        <dsp:cNvSpPr/>
      </dsp:nvSpPr>
      <dsp:spPr bwMode="white">
        <a:xfrm>
          <a:off x="305238" y="850185"/>
          <a:ext cx="4273333" cy="501840"/>
        </a:xfrm>
        <a:prstGeom prst="roundRect">
          <a:avLst/>
        </a:prstGeom>
      </dsp:spPr>
      <dsp:style>
        <a:lnRef idx="2">
          <a:schemeClr val="lt1"/>
        </a:lnRef>
        <a:fillRef idx="1">
          <a:schemeClr val="accent2"/>
        </a:fillRef>
        <a:effectRef idx="0">
          <a:scrgbClr r="0" g="0" b="0"/>
        </a:effectRef>
        <a:fontRef idx="minor">
          <a:schemeClr val="lt1"/>
        </a:fontRef>
      </dsp:style>
      <dsp:txBody>
        <a:bodyPr lIns="161521" tIns="0" rIns="161521"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GB" b="0" i="0"/>
            <a:t>Selective Mutism</a:t>
          </a:r>
          <a:endParaRPr lang="en-US"/>
        </a:p>
      </dsp:txBody>
      <dsp:txXfrm>
        <a:off x="305238" y="850185"/>
        <a:ext cx="4273333" cy="501840"/>
      </dsp:txXfrm>
    </dsp:sp>
    <dsp:sp modelId="{D51DE093-2F62-408B-84AC-0977EA7C1C25}">
      <dsp:nvSpPr>
        <dsp:cNvPr id="11" name="Rectangles 10"/>
        <dsp:cNvSpPr/>
      </dsp:nvSpPr>
      <dsp:spPr bwMode="white">
        <a:xfrm>
          <a:off x="0" y="1872225"/>
          <a:ext cx="6104761" cy="428400"/>
        </a:xfrm>
        <a:prstGeom prst="rect">
          <a:avLst/>
        </a:prstGeom>
      </dsp:spPr>
      <dsp:style>
        <a:lnRef idx="2">
          <a:schemeClr val="accent2"/>
        </a:lnRef>
        <a:fillRef idx="1">
          <a:schemeClr val="lt1">
            <a:alpha val="90000"/>
          </a:schemeClr>
        </a:fillRef>
        <a:effectRef idx="0">
          <a:scrgbClr r="0" g="0" b="0"/>
        </a:effectRef>
        <a:fontRef idx="minor"/>
      </dsp:style>
      <dsp:txBody>
        <a:bodyPr lIns="473797" tIns="333248" rIns="473797"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endParaRPr>
            <a:solidFill>
              <a:schemeClr val="dk1"/>
            </a:solidFill>
          </a:endParaRPr>
        </a:p>
      </dsp:txBody>
      <dsp:txXfrm>
        <a:off x="0" y="1872225"/>
        <a:ext cx="6104761" cy="428400"/>
      </dsp:txXfrm>
    </dsp:sp>
    <dsp:sp modelId="{175B5D79-944A-4ECC-A959-3F7B9391972C}">
      <dsp:nvSpPr>
        <dsp:cNvPr id="10" name="Rounded Rectangle 9"/>
        <dsp:cNvSpPr/>
      </dsp:nvSpPr>
      <dsp:spPr bwMode="white">
        <a:xfrm>
          <a:off x="305238" y="1621305"/>
          <a:ext cx="4273333" cy="501840"/>
        </a:xfrm>
        <a:prstGeom prst="roundRect">
          <a:avLst/>
        </a:prstGeom>
      </dsp:spPr>
      <dsp:style>
        <a:lnRef idx="2">
          <a:schemeClr val="lt1"/>
        </a:lnRef>
        <a:fillRef idx="1">
          <a:schemeClr val="accent2"/>
        </a:fillRef>
        <a:effectRef idx="0">
          <a:scrgbClr r="0" g="0" b="0"/>
        </a:effectRef>
        <a:fontRef idx="minor">
          <a:schemeClr val="lt1"/>
        </a:fontRef>
      </dsp:style>
      <dsp:txBody>
        <a:bodyPr lIns="161521" tIns="0" rIns="161521"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GB" b="0" i="0"/>
            <a:t>Specific Phobia</a:t>
          </a:r>
          <a:endParaRPr lang="en-US"/>
        </a:p>
      </dsp:txBody>
      <dsp:txXfrm>
        <a:off x="305238" y="1621305"/>
        <a:ext cx="4273333" cy="501840"/>
      </dsp:txXfrm>
    </dsp:sp>
    <dsp:sp modelId="{7C35A6FF-6FD6-469A-8336-731B67894009}">
      <dsp:nvSpPr>
        <dsp:cNvPr id="14" name="Rectangles 13"/>
        <dsp:cNvSpPr/>
      </dsp:nvSpPr>
      <dsp:spPr bwMode="white">
        <a:xfrm>
          <a:off x="0" y="2643345"/>
          <a:ext cx="6104761" cy="428400"/>
        </a:xfrm>
        <a:prstGeom prst="rect">
          <a:avLst/>
        </a:prstGeom>
      </dsp:spPr>
      <dsp:style>
        <a:lnRef idx="2">
          <a:schemeClr val="accent2"/>
        </a:lnRef>
        <a:fillRef idx="1">
          <a:schemeClr val="lt1">
            <a:alpha val="90000"/>
          </a:schemeClr>
        </a:fillRef>
        <a:effectRef idx="0">
          <a:scrgbClr r="0" g="0" b="0"/>
        </a:effectRef>
        <a:fontRef idx="minor"/>
      </dsp:style>
      <dsp:txBody>
        <a:bodyPr lIns="473797" tIns="333248" rIns="473797"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endParaRPr>
            <a:solidFill>
              <a:schemeClr val="dk1"/>
            </a:solidFill>
          </a:endParaRPr>
        </a:p>
      </dsp:txBody>
      <dsp:txXfrm>
        <a:off x="0" y="2643345"/>
        <a:ext cx="6104761" cy="428400"/>
      </dsp:txXfrm>
    </dsp:sp>
    <dsp:sp modelId="{8777D530-F488-4472-8C68-46E1916684BB}">
      <dsp:nvSpPr>
        <dsp:cNvPr id="13" name="Rounded Rectangle 12"/>
        <dsp:cNvSpPr/>
      </dsp:nvSpPr>
      <dsp:spPr bwMode="white">
        <a:xfrm>
          <a:off x="305238" y="2392425"/>
          <a:ext cx="4273333" cy="501840"/>
        </a:xfrm>
        <a:prstGeom prst="roundRect">
          <a:avLst/>
        </a:prstGeom>
      </dsp:spPr>
      <dsp:style>
        <a:lnRef idx="2">
          <a:schemeClr val="lt1"/>
        </a:lnRef>
        <a:fillRef idx="1">
          <a:schemeClr val="accent2"/>
        </a:fillRef>
        <a:effectRef idx="0">
          <a:scrgbClr r="0" g="0" b="0"/>
        </a:effectRef>
        <a:fontRef idx="minor">
          <a:schemeClr val="lt1"/>
        </a:fontRef>
      </dsp:style>
      <dsp:txBody>
        <a:bodyPr lIns="161521" tIns="0" rIns="161521"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GB" b="0" i="0"/>
            <a:t>Social Anxiety Disorder (Social Phobia)</a:t>
          </a:r>
          <a:endParaRPr lang="en-US"/>
        </a:p>
      </dsp:txBody>
      <dsp:txXfrm>
        <a:off x="305238" y="2392425"/>
        <a:ext cx="4273333" cy="501840"/>
      </dsp:txXfrm>
    </dsp:sp>
    <dsp:sp modelId="{46924352-315C-47B9-9ABA-44EB959556CA}">
      <dsp:nvSpPr>
        <dsp:cNvPr id="17" name="Rectangles 16"/>
        <dsp:cNvSpPr/>
      </dsp:nvSpPr>
      <dsp:spPr bwMode="white">
        <a:xfrm>
          <a:off x="0" y="3414465"/>
          <a:ext cx="6104761" cy="428400"/>
        </a:xfrm>
        <a:prstGeom prst="rect">
          <a:avLst/>
        </a:prstGeom>
      </dsp:spPr>
      <dsp:style>
        <a:lnRef idx="2">
          <a:schemeClr val="accent2"/>
        </a:lnRef>
        <a:fillRef idx="1">
          <a:schemeClr val="lt1">
            <a:alpha val="90000"/>
          </a:schemeClr>
        </a:fillRef>
        <a:effectRef idx="0">
          <a:scrgbClr r="0" g="0" b="0"/>
        </a:effectRef>
        <a:fontRef idx="minor"/>
      </dsp:style>
      <dsp:txBody>
        <a:bodyPr lIns="473797" tIns="333248" rIns="473797"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endParaRPr>
            <a:solidFill>
              <a:schemeClr val="dk1"/>
            </a:solidFill>
          </a:endParaRPr>
        </a:p>
      </dsp:txBody>
      <dsp:txXfrm>
        <a:off x="0" y="3414465"/>
        <a:ext cx="6104761" cy="428400"/>
      </dsp:txXfrm>
    </dsp:sp>
    <dsp:sp modelId="{0EB1D6CE-9E63-4B2B-8D4E-BD9E2102C96E}">
      <dsp:nvSpPr>
        <dsp:cNvPr id="16" name="Rounded Rectangle 15"/>
        <dsp:cNvSpPr/>
      </dsp:nvSpPr>
      <dsp:spPr bwMode="white">
        <a:xfrm>
          <a:off x="305238" y="3163545"/>
          <a:ext cx="4273333" cy="501840"/>
        </a:xfrm>
        <a:prstGeom prst="roundRect">
          <a:avLst/>
        </a:prstGeom>
      </dsp:spPr>
      <dsp:style>
        <a:lnRef idx="2">
          <a:schemeClr val="lt1"/>
        </a:lnRef>
        <a:fillRef idx="1">
          <a:schemeClr val="accent2"/>
        </a:fillRef>
        <a:effectRef idx="0">
          <a:scrgbClr r="0" g="0" b="0"/>
        </a:effectRef>
        <a:fontRef idx="minor">
          <a:schemeClr val="lt1"/>
        </a:fontRef>
      </dsp:style>
      <dsp:txBody>
        <a:bodyPr lIns="161521" tIns="0" rIns="161521"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GB" b="0" i="0"/>
            <a:t>Panic Disorder</a:t>
          </a:r>
          <a:endParaRPr lang="en-US"/>
        </a:p>
      </dsp:txBody>
      <dsp:txXfrm>
        <a:off x="305238" y="3163545"/>
        <a:ext cx="4273333" cy="501840"/>
      </dsp:txXfrm>
    </dsp:sp>
    <dsp:sp modelId="{6CBCF35C-0065-493F-999F-076EBA82A89E}">
      <dsp:nvSpPr>
        <dsp:cNvPr id="20" name="Rectangles 19"/>
        <dsp:cNvSpPr/>
      </dsp:nvSpPr>
      <dsp:spPr bwMode="white">
        <a:xfrm>
          <a:off x="0" y="4185585"/>
          <a:ext cx="6104761" cy="428400"/>
        </a:xfrm>
        <a:prstGeom prst="rect">
          <a:avLst/>
        </a:prstGeom>
      </dsp:spPr>
      <dsp:style>
        <a:lnRef idx="2">
          <a:schemeClr val="accent2"/>
        </a:lnRef>
        <a:fillRef idx="1">
          <a:schemeClr val="lt1">
            <a:alpha val="90000"/>
          </a:schemeClr>
        </a:fillRef>
        <a:effectRef idx="0">
          <a:scrgbClr r="0" g="0" b="0"/>
        </a:effectRef>
        <a:fontRef idx="minor"/>
      </dsp:style>
      <dsp:txBody>
        <a:bodyPr lIns="473797" tIns="333248" rIns="473797"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endParaRPr>
            <a:solidFill>
              <a:schemeClr val="dk1"/>
            </a:solidFill>
          </a:endParaRPr>
        </a:p>
      </dsp:txBody>
      <dsp:txXfrm>
        <a:off x="0" y="4185585"/>
        <a:ext cx="6104761" cy="428400"/>
      </dsp:txXfrm>
    </dsp:sp>
    <dsp:sp modelId="{0F46AE05-56DF-45AC-9E5E-ED5E810BDD01}">
      <dsp:nvSpPr>
        <dsp:cNvPr id="19" name="Rounded Rectangle 18"/>
        <dsp:cNvSpPr/>
      </dsp:nvSpPr>
      <dsp:spPr bwMode="white">
        <a:xfrm>
          <a:off x="305238" y="3934665"/>
          <a:ext cx="4273333" cy="501840"/>
        </a:xfrm>
        <a:prstGeom prst="roundRect">
          <a:avLst/>
        </a:prstGeom>
      </dsp:spPr>
      <dsp:style>
        <a:lnRef idx="2">
          <a:schemeClr val="lt1"/>
        </a:lnRef>
        <a:fillRef idx="1">
          <a:schemeClr val="accent2"/>
        </a:fillRef>
        <a:effectRef idx="0">
          <a:scrgbClr r="0" g="0" b="0"/>
        </a:effectRef>
        <a:fontRef idx="minor">
          <a:schemeClr val="lt1"/>
        </a:fontRef>
      </dsp:style>
      <dsp:txBody>
        <a:bodyPr lIns="161521" tIns="0" rIns="161521"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GB" b="0" i="0"/>
            <a:t>Agoraphobia</a:t>
          </a:r>
          <a:endParaRPr lang="en-US"/>
        </a:p>
      </dsp:txBody>
      <dsp:txXfrm>
        <a:off x="305238" y="3934665"/>
        <a:ext cx="4273333" cy="501840"/>
      </dsp:txXfrm>
    </dsp:sp>
    <dsp:sp modelId="{069AFDB1-319B-4E42-8F21-8BC4AD7508FE}">
      <dsp:nvSpPr>
        <dsp:cNvPr id="23" name="Rectangles 22"/>
        <dsp:cNvSpPr/>
      </dsp:nvSpPr>
      <dsp:spPr bwMode="white">
        <a:xfrm>
          <a:off x="0" y="4956705"/>
          <a:ext cx="6104761" cy="428400"/>
        </a:xfrm>
        <a:prstGeom prst="rect">
          <a:avLst/>
        </a:prstGeom>
      </dsp:spPr>
      <dsp:style>
        <a:lnRef idx="2">
          <a:schemeClr val="accent2"/>
        </a:lnRef>
        <a:fillRef idx="1">
          <a:schemeClr val="lt1">
            <a:alpha val="90000"/>
          </a:schemeClr>
        </a:fillRef>
        <a:effectRef idx="0">
          <a:scrgbClr r="0" g="0" b="0"/>
        </a:effectRef>
        <a:fontRef idx="minor"/>
      </dsp:style>
      <dsp:txBody>
        <a:bodyPr lIns="473797" tIns="333248" rIns="473797"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endParaRPr>
            <a:solidFill>
              <a:schemeClr val="dk1"/>
            </a:solidFill>
          </a:endParaRPr>
        </a:p>
      </dsp:txBody>
      <dsp:txXfrm>
        <a:off x="0" y="4956705"/>
        <a:ext cx="6104761" cy="428400"/>
      </dsp:txXfrm>
    </dsp:sp>
    <dsp:sp modelId="{A7D3BCE2-A96A-40FD-B39B-5113BB91CE7F}">
      <dsp:nvSpPr>
        <dsp:cNvPr id="22" name="Rounded Rectangle 21"/>
        <dsp:cNvSpPr/>
      </dsp:nvSpPr>
      <dsp:spPr bwMode="white">
        <a:xfrm>
          <a:off x="305238" y="4705785"/>
          <a:ext cx="4273333" cy="501840"/>
        </a:xfrm>
        <a:prstGeom prst="roundRect">
          <a:avLst/>
        </a:prstGeom>
      </dsp:spPr>
      <dsp:style>
        <a:lnRef idx="2">
          <a:schemeClr val="lt1"/>
        </a:lnRef>
        <a:fillRef idx="1">
          <a:schemeClr val="accent2"/>
        </a:fillRef>
        <a:effectRef idx="0">
          <a:scrgbClr r="0" g="0" b="0"/>
        </a:effectRef>
        <a:fontRef idx="minor">
          <a:schemeClr val="lt1"/>
        </a:fontRef>
      </dsp:style>
      <dsp:txBody>
        <a:bodyPr lIns="161521" tIns="0" rIns="161521"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GB" b="0" i="0"/>
            <a:t>Generalized Anxiety Disorder (GAD)</a:t>
          </a:r>
          <a:endParaRPr lang="en-US"/>
        </a:p>
      </dsp:txBody>
      <dsp:txXfrm>
        <a:off x="305238" y="4705785"/>
        <a:ext cx="4273333" cy="501840"/>
      </dsp:txXfrm>
    </dsp:sp>
    <dsp:sp modelId="{50734FCC-F68E-4FE6-A6E8-45D98B4241CF}">
      <dsp:nvSpPr>
        <dsp:cNvPr id="3" name="Rectangles 2" hidden="1"/>
        <dsp:cNvSpPr/>
      </dsp:nvSpPr>
      <dsp:spPr>
        <a:xfrm>
          <a:off x="0" y="79065"/>
          <a:ext cx="305238" cy="501840"/>
        </a:xfrm>
        <a:prstGeom prst="rect">
          <a:avLst/>
        </a:prstGeom>
      </dsp:spPr>
      <dsp:txXfrm>
        <a:off x="0" y="79065"/>
        <a:ext cx="305238" cy="501840"/>
      </dsp:txXfrm>
    </dsp:sp>
    <dsp:sp modelId="{F748FBB1-92DD-44AC-8939-5BDDDFF66D79}">
      <dsp:nvSpPr>
        <dsp:cNvPr id="6" name="Rectangles 5" hidden="1"/>
        <dsp:cNvSpPr/>
      </dsp:nvSpPr>
      <dsp:spPr>
        <a:xfrm>
          <a:off x="0" y="850185"/>
          <a:ext cx="305238" cy="501840"/>
        </a:xfrm>
        <a:prstGeom prst="rect">
          <a:avLst/>
        </a:prstGeom>
      </dsp:spPr>
      <dsp:txXfrm>
        <a:off x="0" y="850185"/>
        <a:ext cx="305238" cy="501840"/>
      </dsp:txXfrm>
    </dsp:sp>
    <dsp:sp modelId="{04A3F51C-0F3E-49E6-B260-889C6444D6E1}">
      <dsp:nvSpPr>
        <dsp:cNvPr id="9" name="Rectangles 8" hidden="1"/>
        <dsp:cNvSpPr/>
      </dsp:nvSpPr>
      <dsp:spPr>
        <a:xfrm>
          <a:off x="0" y="1621305"/>
          <a:ext cx="305238" cy="501840"/>
        </a:xfrm>
        <a:prstGeom prst="rect">
          <a:avLst/>
        </a:prstGeom>
      </dsp:spPr>
      <dsp:txXfrm>
        <a:off x="0" y="1621305"/>
        <a:ext cx="305238" cy="501840"/>
      </dsp:txXfrm>
    </dsp:sp>
    <dsp:sp modelId="{49BC9559-BD7D-4CD2-BEDA-AAA9BC06DC64}">
      <dsp:nvSpPr>
        <dsp:cNvPr id="12" name="Rectangles 11" hidden="1"/>
        <dsp:cNvSpPr/>
      </dsp:nvSpPr>
      <dsp:spPr>
        <a:xfrm>
          <a:off x="0" y="2392425"/>
          <a:ext cx="305238" cy="501840"/>
        </a:xfrm>
        <a:prstGeom prst="rect">
          <a:avLst/>
        </a:prstGeom>
      </dsp:spPr>
      <dsp:txXfrm>
        <a:off x="0" y="2392425"/>
        <a:ext cx="305238" cy="501840"/>
      </dsp:txXfrm>
    </dsp:sp>
    <dsp:sp modelId="{A6AF7103-9551-47FA-AF42-FB9AFA2017D3}">
      <dsp:nvSpPr>
        <dsp:cNvPr id="15" name="Rectangles 14" hidden="1"/>
        <dsp:cNvSpPr/>
      </dsp:nvSpPr>
      <dsp:spPr>
        <a:xfrm>
          <a:off x="0" y="3163545"/>
          <a:ext cx="305238" cy="501840"/>
        </a:xfrm>
        <a:prstGeom prst="rect">
          <a:avLst/>
        </a:prstGeom>
      </dsp:spPr>
      <dsp:txXfrm>
        <a:off x="0" y="3163545"/>
        <a:ext cx="305238" cy="501840"/>
      </dsp:txXfrm>
    </dsp:sp>
    <dsp:sp modelId="{D7A1EEF5-C6B0-4D0F-83F5-A8E6EE071552}">
      <dsp:nvSpPr>
        <dsp:cNvPr id="18" name="Rectangles 17" hidden="1"/>
        <dsp:cNvSpPr/>
      </dsp:nvSpPr>
      <dsp:spPr>
        <a:xfrm>
          <a:off x="0" y="3934665"/>
          <a:ext cx="305238" cy="501840"/>
        </a:xfrm>
        <a:prstGeom prst="rect">
          <a:avLst/>
        </a:prstGeom>
      </dsp:spPr>
      <dsp:txXfrm>
        <a:off x="0" y="3934665"/>
        <a:ext cx="305238" cy="501840"/>
      </dsp:txXfrm>
    </dsp:sp>
    <dsp:sp modelId="{3D33C7B9-8387-4792-A869-A428C5E01D51}">
      <dsp:nvSpPr>
        <dsp:cNvPr id="21" name="Rectangles 20" hidden="1"/>
        <dsp:cNvSpPr/>
      </dsp:nvSpPr>
      <dsp:spPr>
        <a:xfrm>
          <a:off x="0" y="4705785"/>
          <a:ext cx="305238" cy="501840"/>
        </a:xfrm>
        <a:prstGeom prst="rect">
          <a:avLst/>
        </a:prstGeom>
      </dsp:spPr>
      <dsp:txXfrm>
        <a:off x="0" y="4705785"/>
        <a:ext cx="305238" cy="50184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104761" cy="5464170"/>
        <a:chOff x="0" y="0"/>
        <a:chExt cx="6104761" cy="5464170"/>
      </a:xfrm>
    </dsp:grpSpPr>
    <dsp:sp modelId="{239B36AB-7117-4155-903F-FC5CD32B85EE}">
      <dsp:nvSpPr>
        <dsp:cNvPr id="5" name="Rectangles 4"/>
        <dsp:cNvSpPr/>
      </dsp:nvSpPr>
      <dsp:spPr bwMode="white">
        <a:xfrm>
          <a:off x="0" y="1101105"/>
          <a:ext cx="6104761" cy="428400"/>
        </a:xfrm>
        <a:prstGeom prst="rect">
          <a:avLst/>
        </a:prstGeom>
      </dsp:spPr>
      <dsp:style>
        <a:lnRef idx="2">
          <a:schemeClr val="accent1"/>
        </a:lnRef>
        <a:fillRef idx="1">
          <a:schemeClr val="lt1">
            <a:alpha val="90000"/>
          </a:schemeClr>
        </a:fillRef>
        <a:effectRef idx="0">
          <a:scrgbClr r="0" g="0" b="0"/>
        </a:effectRef>
        <a:fontRef idx="minor"/>
      </dsp:style>
      <dsp:txBody>
        <a:bodyPr lIns="473797" tIns="354076" rIns="473797"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1101105"/>
        <a:ext cx="6104761" cy="428400"/>
      </dsp:txXfrm>
    </dsp:sp>
    <dsp:sp modelId="{02C2ADB4-4012-4DDD-9FED-7D976D074B0B}">
      <dsp:nvSpPr>
        <dsp:cNvPr id="4" name="Rounded Rectangle 3"/>
        <dsp:cNvSpPr/>
      </dsp:nvSpPr>
      <dsp:spPr bwMode="white">
        <a:xfrm>
          <a:off x="305238" y="850185"/>
          <a:ext cx="4273333" cy="50184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GB" b="0" i="0"/>
            <a:t>Obsessive-compulsive disorder (OCD)</a:t>
          </a:r>
          <a:endParaRPr lang="en-US"/>
        </a:p>
      </dsp:txBody>
      <dsp:txXfrm>
        <a:off x="305238" y="850185"/>
        <a:ext cx="4273333" cy="501840"/>
      </dsp:txXfrm>
    </dsp:sp>
    <dsp:sp modelId="{AB490A1B-B445-4CA3-A80C-F68918E8F243}">
      <dsp:nvSpPr>
        <dsp:cNvPr id="8" name="Rectangles 7"/>
        <dsp:cNvSpPr/>
      </dsp:nvSpPr>
      <dsp:spPr bwMode="white">
        <a:xfrm>
          <a:off x="0" y="1872225"/>
          <a:ext cx="6104761" cy="428400"/>
        </a:xfrm>
        <a:prstGeom prst="rect">
          <a:avLst/>
        </a:prstGeom>
      </dsp:spPr>
      <dsp:style>
        <a:lnRef idx="2">
          <a:schemeClr val="accent1"/>
        </a:lnRef>
        <a:fillRef idx="1">
          <a:schemeClr val="lt1">
            <a:alpha val="90000"/>
          </a:schemeClr>
        </a:fillRef>
        <a:effectRef idx="0">
          <a:scrgbClr r="0" g="0" b="0"/>
        </a:effectRef>
        <a:fontRef idx="minor"/>
      </dsp:style>
      <dsp:txBody>
        <a:bodyPr lIns="473797" tIns="354076" rIns="473797"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1872225"/>
        <a:ext cx="6104761" cy="428400"/>
      </dsp:txXfrm>
    </dsp:sp>
    <dsp:sp modelId="{57732CD5-FA5A-4331-B6D5-445C5A7DF55E}">
      <dsp:nvSpPr>
        <dsp:cNvPr id="7" name="Rounded Rectangle 6"/>
        <dsp:cNvSpPr/>
      </dsp:nvSpPr>
      <dsp:spPr bwMode="white">
        <a:xfrm>
          <a:off x="305238" y="1621305"/>
          <a:ext cx="4273333" cy="50184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GB" b="0" i="0"/>
            <a:t>Body Dysmorphic Disorder</a:t>
          </a:r>
          <a:endParaRPr lang="en-US"/>
        </a:p>
      </dsp:txBody>
      <dsp:txXfrm>
        <a:off x="305238" y="1621305"/>
        <a:ext cx="4273333" cy="501840"/>
      </dsp:txXfrm>
    </dsp:sp>
    <dsp:sp modelId="{C84ADD55-2123-4BDE-B4C3-759AC6F913AC}">
      <dsp:nvSpPr>
        <dsp:cNvPr id="11" name="Rectangles 10"/>
        <dsp:cNvSpPr/>
      </dsp:nvSpPr>
      <dsp:spPr bwMode="white">
        <a:xfrm>
          <a:off x="0" y="2643345"/>
          <a:ext cx="6104761" cy="428400"/>
        </a:xfrm>
        <a:prstGeom prst="rect">
          <a:avLst/>
        </a:prstGeom>
      </dsp:spPr>
      <dsp:style>
        <a:lnRef idx="2">
          <a:schemeClr val="accent1"/>
        </a:lnRef>
        <a:fillRef idx="1">
          <a:schemeClr val="lt1">
            <a:alpha val="90000"/>
          </a:schemeClr>
        </a:fillRef>
        <a:effectRef idx="0">
          <a:scrgbClr r="0" g="0" b="0"/>
        </a:effectRef>
        <a:fontRef idx="minor"/>
      </dsp:style>
      <dsp:txBody>
        <a:bodyPr lIns="473797" tIns="354076" rIns="473797"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2643345"/>
        <a:ext cx="6104761" cy="428400"/>
      </dsp:txXfrm>
    </dsp:sp>
    <dsp:sp modelId="{B898BA73-01C9-481C-8B8C-3832AB17B5ED}">
      <dsp:nvSpPr>
        <dsp:cNvPr id="10" name="Rounded Rectangle 9"/>
        <dsp:cNvSpPr/>
      </dsp:nvSpPr>
      <dsp:spPr bwMode="white">
        <a:xfrm>
          <a:off x="305238" y="2392425"/>
          <a:ext cx="4273333" cy="50184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GB" b="0" i="0"/>
            <a:t>Hoarding Disorder</a:t>
          </a:r>
          <a:endParaRPr lang="en-US"/>
        </a:p>
      </dsp:txBody>
      <dsp:txXfrm>
        <a:off x="305238" y="2392425"/>
        <a:ext cx="4273333" cy="501840"/>
      </dsp:txXfrm>
    </dsp:sp>
    <dsp:sp modelId="{D1F28703-3C9E-4F45-9E6D-23F15251C97C}">
      <dsp:nvSpPr>
        <dsp:cNvPr id="14" name="Rectangles 13"/>
        <dsp:cNvSpPr/>
      </dsp:nvSpPr>
      <dsp:spPr bwMode="white">
        <a:xfrm>
          <a:off x="0" y="3414465"/>
          <a:ext cx="6104761" cy="428400"/>
        </a:xfrm>
        <a:prstGeom prst="rect">
          <a:avLst/>
        </a:prstGeom>
      </dsp:spPr>
      <dsp:style>
        <a:lnRef idx="2">
          <a:schemeClr val="accent1"/>
        </a:lnRef>
        <a:fillRef idx="1">
          <a:schemeClr val="lt1">
            <a:alpha val="90000"/>
          </a:schemeClr>
        </a:fillRef>
        <a:effectRef idx="0">
          <a:scrgbClr r="0" g="0" b="0"/>
        </a:effectRef>
        <a:fontRef idx="minor"/>
      </dsp:style>
      <dsp:txBody>
        <a:bodyPr lIns="473797" tIns="354076" rIns="473797"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3414465"/>
        <a:ext cx="6104761" cy="428400"/>
      </dsp:txXfrm>
    </dsp:sp>
    <dsp:sp modelId="{FE7FE663-03CD-48DE-86EB-1ABCDB476C09}">
      <dsp:nvSpPr>
        <dsp:cNvPr id="13" name="Rounded Rectangle 12"/>
        <dsp:cNvSpPr/>
      </dsp:nvSpPr>
      <dsp:spPr bwMode="white">
        <a:xfrm>
          <a:off x="305238" y="3163545"/>
          <a:ext cx="4273333" cy="50184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GB" b="0" i="0"/>
            <a:t>Trichotillomania (Hair-Pulling Disorder)</a:t>
          </a:r>
          <a:endParaRPr lang="en-US"/>
        </a:p>
      </dsp:txBody>
      <dsp:txXfrm>
        <a:off x="305238" y="3163545"/>
        <a:ext cx="4273333" cy="501840"/>
      </dsp:txXfrm>
    </dsp:sp>
    <dsp:sp modelId="{E657685F-7862-43FD-8304-5517E15BA12C}">
      <dsp:nvSpPr>
        <dsp:cNvPr id="17" name="Rectangles 16"/>
        <dsp:cNvSpPr/>
      </dsp:nvSpPr>
      <dsp:spPr bwMode="white">
        <a:xfrm>
          <a:off x="0" y="4185585"/>
          <a:ext cx="6104761" cy="428400"/>
        </a:xfrm>
        <a:prstGeom prst="rect">
          <a:avLst/>
        </a:prstGeom>
      </dsp:spPr>
      <dsp:style>
        <a:lnRef idx="2">
          <a:schemeClr val="accent1"/>
        </a:lnRef>
        <a:fillRef idx="1">
          <a:schemeClr val="lt1">
            <a:alpha val="90000"/>
          </a:schemeClr>
        </a:fillRef>
        <a:effectRef idx="0">
          <a:scrgbClr r="0" g="0" b="0"/>
        </a:effectRef>
        <a:fontRef idx="minor"/>
      </dsp:style>
      <dsp:txBody>
        <a:bodyPr lIns="473797" tIns="354076" rIns="473797"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4185585"/>
        <a:ext cx="6104761" cy="428400"/>
      </dsp:txXfrm>
    </dsp:sp>
    <dsp:sp modelId="{B6ED83DA-51FE-462B-8B64-DCEE140A9CC7}">
      <dsp:nvSpPr>
        <dsp:cNvPr id="16" name="Rounded Rectangle 15"/>
        <dsp:cNvSpPr/>
      </dsp:nvSpPr>
      <dsp:spPr bwMode="white">
        <a:xfrm>
          <a:off x="305238" y="3934665"/>
          <a:ext cx="4273333" cy="50184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GB" b="0" i="0"/>
            <a:t>Excoriation (Skin-Picking) Disorder</a:t>
          </a:r>
          <a:endParaRPr lang="en-US"/>
        </a:p>
      </dsp:txBody>
      <dsp:txXfrm>
        <a:off x="305238" y="3934665"/>
        <a:ext cx="4273333" cy="501840"/>
      </dsp:txXfrm>
    </dsp:sp>
    <dsp:sp modelId="{DD1B5548-877E-4A70-823E-7AF8929F8C7B}">
      <dsp:nvSpPr>
        <dsp:cNvPr id="3" name="Rectangles 2" hidden="1"/>
        <dsp:cNvSpPr/>
      </dsp:nvSpPr>
      <dsp:spPr>
        <a:xfrm>
          <a:off x="0" y="850185"/>
          <a:ext cx="305238" cy="501840"/>
        </a:xfrm>
        <a:prstGeom prst="rect">
          <a:avLst/>
        </a:prstGeom>
      </dsp:spPr>
      <dsp:txXfrm>
        <a:off x="0" y="850185"/>
        <a:ext cx="305238" cy="501840"/>
      </dsp:txXfrm>
    </dsp:sp>
    <dsp:sp modelId="{5F09305A-3112-42BB-8D6D-652D4DE870B7}">
      <dsp:nvSpPr>
        <dsp:cNvPr id="6" name="Rectangles 5" hidden="1"/>
        <dsp:cNvSpPr/>
      </dsp:nvSpPr>
      <dsp:spPr>
        <a:xfrm>
          <a:off x="0" y="1621305"/>
          <a:ext cx="305238" cy="501840"/>
        </a:xfrm>
        <a:prstGeom prst="rect">
          <a:avLst/>
        </a:prstGeom>
      </dsp:spPr>
      <dsp:txXfrm>
        <a:off x="0" y="1621305"/>
        <a:ext cx="305238" cy="501840"/>
      </dsp:txXfrm>
    </dsp:sp>
    <dsp:sp modelId="{E4E01D26-6EB2-4DA5-8EFD-7DD00E6D7A58}">
      <dsp:nvSpPr>
        <dsp:cNvPr id="9" name="Rectangles 8" hidden="1"/>
        <dsp:cNvSpPr/>
      </dsp:nvSpPr>
      <dsp:spPr>
        <a:xfrm>
          <a:off x="0" y="2392425"/>
          <a:ext cx="305238" cy="501840"/>
        </a:xfrm>
        <a:prstGeom prst="rect">
          <a:avLst/>
        </a:prstGeom>
      </dsp:spPr>
      <dsp:txXfrm>
        <a:off x="0" y="2392425"/>
        <a:ext cx="305238" cy="501840"/>
      </dsp:txXfrm>
    </dsp:sp>
    <dsp:sp modelId="{D51DCF02-CD83-49BA-B2D5-85783132E18A}">
      <dsp:nvSpPr>
        <dsp:cNvPr id="12" name="Rectangles 11" hidden="1"/>
        <dsp:cNvSpPr/>
      </dsp:nvSpPr>
      <dsp:spPr>
        <a:xfrm>
          <a:off x="0" y="3163545"/>
          <a:ext cx="305238" cy="501840"/>
        </a:xfrm>
        <a:prstGeom prst="rect">
          <a:avLst/>
        </a:prstGeom>
      </dsp:spPr>
      <dsp:txXfrm>
        <a:off x="0" y="3163545"/>
        <a:ext cx="305238" cy="501840"/>
      </dsp:txXfrm>
    </dsp:sp>
    <dsp:sp modelId="{15E02135-EC62-4A8C-9CC7-EA654E4CF280}">
      <dsp:nvSpPr>
        <dsp:cNvPr id="15" name="Rectangles 14" hidden="1"/>
        <dsp:cNvSpPr/>
      </dsp:nvSpPr>
      <dsp:spPr>
        <a:xfrm>
          <a:off x="0" y="3934665"/>
          <a:ext cx="305238" cy="501840"/>
        </a:xfrm>
        <a:prstGeom prst="rect">
          <a:avLst/>
        </a:prstGeom>
      </dsp:spPr>
      <dsp:txXfrm>
        <a:off x="0" y="3934665"/>
        <a:ext cx="305238" cy="50184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104761" cy="5464170"/>
        <a:chOff x="0" y="0"/>
        <a:chExt cx="6104761" cy="5464170"/>
      </a:xfrm>
    </dsp:grpSpPr>
    <dsp:sp modelId="{239B36AB-7117-4155-903F-FC5CD32B85EE}">
      <dsp:nvSpPr>
        <dsp:cNvPr id="5" name="Rectangles 4"/>
        <dsp:cNvSpPr/>
      </dsp:nvSpPr>
      <dsp:spPr bwMode="white">
        <a:xfrm>
          <a:off x="0" y="1193625"/>
          <a:ext cx="6104761" cy="529200"/>
        </a:xfrm>
        <a:prstGeom prst="rect">
          <a:avLst/>
        </a:prstGeom>
      </dsp:spPr>
      <dsp:style>
        <a:lnRef idx="2">
          <a:schemeClr val="accent1"/>
        </a:lnRef>
        <a:fillRef idx="1">
          <a:schemeClr val="lt1">
            <a:alpha val="90000"/>
          </a:schemeClr>
        </a:fillRef>
        <a:effectRef idx="0">
          <a:scrgbClr r="0" g="0" b="0"/>
        </a:effectRef>
        <a:fontRef idx="minor"/>
      </dsp:style>
      <dsp:txBody>
        <a:bodyPr lIns="473797" tIns="437388" rIns="473797" bIns="149352"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endParaRPr>
            <a:solidFill>
              <a:schemeClr val="dk1"/>
            </a:solidFill>
          </a:endParaRPr>
        </a:p>
      </dsp:txBody>
      <dsp:txXfrm>
        <a:off x="0" y="1193625"/>
        <a:ext cx="6104761" cy="529200"/>
      </dsp:txXfrm>
    </dsp:sp>
    <dsp:sp modelId="{02C2ADB4-4012-4DDD-9FED-7D976D074B0B}">
      <dsp:nvSpPr>
        <dsp:cNvPr id="4" name="Rounded Rectangle 3"/>
        <dsp:cNvSpPr/>
      </dsp:nvSpPr>
      <dsp:spPr bwMode="white">
        <a:xfrm>
          <a:off x="305238" y="883665"/>
          <a:ext cx="4273333" cy="61992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dirty="0"/>
            <a:t>Major Depressive Disorder</a:t>
          </a:r>
          <a:endParaRPr lang="en-US" dirty="0"/>
        </a:p>
      </dsp:txBody>
      <dsp:txXfrm>
        <a:off x="305238" y="883665"/>
        <a:ext cx="4273333" cy="619920"/>
      </dsp:txXfrm>
    </dsp:sp>
    <dsp:sp modelId="{AB490A1B-B445-4CA3-A80C-F68918E8F243}">
      <dsp:nvSpPr>
        <dsp:cNvPr id="8" name="Rectangles 7"/>
        <dsp:cNvSpPr/>
      </dsp:nvSpPr>
      <dsp:spPr bwMode="white">
        <a:xfrm>
          <a:off x="0" y="2146185"/>
          <a:ext cx="6104761" cy="529200"/>
        </a:xfrm>
        <a:prstGeom prst="rect">
          <a:avLst/>
        </a:prstGeom>
      </dsp:spPr>
      <dsp:style>
        <a:lnRef idx="2">
          <a:schemeClr val="accent1"/>
        </a:lnRef>
        <a:fillRef idx="1">
          <a:schemeClr val="lt1">
            <a:alpha val="90000"/>
          </a:schemeClr>
        </a:fillRef>
        <a:effectRef idx="0">
          <a:scrgbClr r="0" g="0" b="0"/>
        </a:effectRef>
        <a:fontRef idx="minor"/>
      </dsp:style>
      <dsp:txBody>
        <a:bodyPr lIns="473797" tIns="437388" rIns="473797" bIns="149352"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endParaRPr>
            <a:solidFill>
              <a:schemeClr val="dk1"/>
            </a:solidFill>
          </a:endParaRPr>
        </a:p>
      </dsp:txBody>
      <dsp:txXfrm>
        <a:off x="0" y="2146185"/>
        <a:ext cx="6104761" cy="529200"/>
      </dsp:txXfrm>
    </dsp:sp>
    <dsp:sp modelId="{57732CD5-FA5A-4331-B6D5-445C5A7DF55E}">
      <dsp:nvSpPr>
        <dsp:cNvPr id="7" name="Rounded Rectangle 6"/>
        <dsp:cNvSpPr/>
      </dsp:nvSpPr>
      <dsp:spPr bwMode="white">
        <a:xfrm>
          <a:off x="305238" y="1836225"/>
          <a:ext cx="4273333" cy="61992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dirty="0"/>
            <a:t>Persistent Depressive Disorder</a:t>
          </a:r>
          <a:endParaRPr lang="en-US" dirty="0"/>
        </a:p>
      </dsp:txBody>
      <dsp:txXfrm>
        <a:off x="305238" y="1836225"/>
        <a:ext cx="4273333" cy="619920"/>
      </dsp:txXfrm>
    </dsp:sp>
    <dsp:sp modelId="{C84ADD55-2123-4BDE-B4C3-759AC6F913AC}">
      <dsp:nvSpPr>
        <dsp:cNvPr id="11" name="Rectangles 10"/>
        <dsp:cNvSpPr/>
      </dsp:nvSpPr>
      <dsp:spPr bwMode="white">
        <a:xfrm>
          <a:off x="0" y="3098745"/>
          <a:ext cx="6104761" cy="529200"/>
        </a:xfrm>
        <a:prstGeom prst="rect">
          <a:avLst/>
        </a:prstGeom>
      </dsp:spPr>
      <dsp:style>
        <a:lnRef idx="2">
          <a:schemeClr val="accent1"/>
        </a:lnRef>
        <a:fillRef idx="1">
          <a:schemeClr val="lt1">
            <a:alpha val="90000"/>
          </a:schemeClr>
        </a:fillRef>
        <a:effectRef idx="0">
          <a:scrgbClr r="0" g="0" b="0"/>
        </a:effectRef>
        <a:fontRef idx="minor"/>
      </dsp:style>
      <dsp:txBody>
        <a:bodyPr lIns="473797" tIns="437388" rIns="473797" bIns="149352"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endParaRPr>
            <a:solidFill>
              <a:schemeClr val="dk1"/>
            </a:solidFill>
          </a:endParaRPr>
        </a:p>
      </dsp:txBody>
      <dsp:txXfrm>
        <a:off x="0" y="3098745"/>
        <a:ext cx="6104761" cy="529200"/>
      </dsp:txXfrm>
    </dsp:sp>
    <dsp:sp modelId="{B898BA73-01C9-481C-8B8C-3832AB17B5ED}">
      <dsp:nvSpPr>
        <dsp:cNvPr id="10" name="Rounded Rectangle 9"/>
        <dsp:cNvSpPr/>
      </dsp:nvSpPr>
      <dsp:spPr bwMode="white">
        <a:xfrm>
          <a:off x="305238" y="2788785"/>
          <a:ext cx="4273333" cy="61992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dirty="0"/>
            <a:t>Bipolar I</a:t>
          </a:r>
          <a:endParaRPr lang="en-US" dirty="0"/>
        </a:p>
      </dsp:txBody>
      <dsp:txXfrm>
        <a:off x="305238" y="2788785"/>
        <a:ext cx="4273333" cy="619920"/>
      </dsp:txXfrm>
    </dsp:sp>
    <dsp:sp modelId="{D1F28703-3C9E-4F45-9E6D-23F15251C97C}">
      <dsp:nvSpPr>
        <dsp:cNvPr id="14" name="Rectangles 13"/>
        <dsp:cNvSpPr/>
      </dsp:nvSpPr>
      <dsp:spPr bwMode="white">
        <a:xfrm>
          <a:off x="0" y="4051305"/>
          <a:ext cx="6104761" cy="529200"/>
        </a:xfrm>
        <a:prstGeom prst="rect">
          <a:avLst/>
        </a:prstGeom>
      </dsp:spPr>
      <dsp:style>
        <a:lnRef idx="2">
          <a:schemeClr val="accent1"/>
        </a:lnRef>
        <a:fillRef idx="1">
          <a:schemeClr val="lt1">
            <a:alpha val="90000"/>
          </a:schemeClr>
        </a:fillRef>
        <a:effectRef idx="0">
          <a:scrgbClr r="0" g="0" b="0"/>
        </a:effectRef>
        <a:fontRef idx="minor"/>
      </dsp:style>
      <dsp:txBody>
        <a:bodyPr lIns="473797" tIns="437388" rIns="473797" bIns="149352"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endParaRPr>
            <a:solidFill>
              <a:schemeClr val="dk1"/>
            </a:solidFill>
          </a:endParaRPr>
        </a:p>
      </dsp:txBody>
      <dsp:txXfrm>
        <a:off x="0" y="4051305"/>
        <a:ext cx="6104761" cy="529200"/>
      </dsp:txXfrm>
    </dsp:sp>
    <dsp:sp modelId="{FE7FE663-03CD-48DE-86EB-1ABCDB476C09}">
      <dsp:nvSpPr>
        <dsp:cNvPr id="13" name="Rounded Rectangle 12"/>
        <dsp:cNvSpPr/>
      </dsp:nvSpPr>
      <dsp:spPr bwMode="white">
        <a:xfrm>
          <a:off x="305238" y="3741345"/>
          <a:ext cx="4273333" cy="61992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GB" b="0" i="0" dirty="0"/>
            <a:t>Bipolar II</a:t>
          </a:r>
          <a:endParaRPr lang="en-US" dirty="0"/>
        </a:p>
      </dsp:txBody>
      <dsp:txXfrm>
        <a:off x="305238" y="3741345"/>
        <a:ext cx="4273333" cy="619920"/>
      </dsp:txXfrm>
    </dsp:sp>
    <dsp:sp modelId="{DD1B5548-877E-4A70-823E-7AF8929F8C7B}">
      <dsp:nvSpPr>
        <dsp:cNvPr id="3" name="Rectangles 2" hidden="1"/>
        <dsp:cNvSpPr/>
      </dsp:nvSpPr>
      <dsp:spPr>
        <a:xfrm>
          <a:off x="0" y="883665"/>
          <a:ext cx="305238" cy="619920"/>
        </a:xfrm>
        <a:prstGeom prst="rect">
          <a:avLst/>
        </a:prstGeom>
      </dsp:spPr>
      <dsp:txXfrm>
        <a:off x="0" y="883665"/>
        <a:ext cx="305238" cy="619920"/>
      </dsp:txXfrm>
    </dsp:sp>
    <dsp:sp modelId="{5F09305A-3112-42BB-8D6D-652D4DE870B7}">
      <dsp:nvSpPr>
        <dsp:cNvPr id="6" name="Rectangles 5" hidden="1"/>
        <dsp:cNvSpPr/>
      </dsp:nvSpPr>
      <dsp:spPr>
        <a:xfrm>
          <a:off x="0" y="1836225"/>
          <a:ext cx="305238" cy="619920"/>
        </a:xfrm>
        <a:prstGeom prst="rect">
          <a:avLst/>
        </a:prstGeom>
      </dsp:spPr>
      <dsp:txXfrm>
        <a:off x="0" y="1836225"/>
        <a:ext cx="305238" cy="619920"/>
      </dsp:txXfrm>
    </dsp:sp>
    <dsp:sp modelId="{E4E01D26-6EB2-4DA5-8EFD-7DD00E6D7A58}">
      <dsp:nvSpPr>
        <dsp:cNvPr id="9" name="Rectangles 8" hidden="1"/>
        <dsp:cNvSpPr/>
      </dsp:nvSpPr>
      <dsp:spPr>
        <a:xfrm>
          <a:off x="0" y="2788785"/>
          <a:ext cx="305238" cy="619920"/>
        </a:xfrm>
        <a:prstGeom prst="rect">
          <a:avLst/>
        </a:prstGeom>
      </dsp:spPr>
      <dsp:txXfrm>
        <a:off x="0" y="2788785"/>
        <a:ext cx="305238" cy="619920"/>
      </dsp:txXfrm>
    </dsp:sp>
    <dsp:sp modelId="{D51DCF02-CD83-49BA-B2D5-85783132E18A}">
      <dsp:nvSpPr>
        <dsp:cNvPr id="12" name="Rectangles 11" hidden="1"/>
        <dsp:cNvSpPr/>
      </dsp:nvSpPr>
      <dsp:spPr>
        <a:xfrm>
          <a:off x="0" y="3741345"/>
          <a:ext cx="305238" cy="619920"/>
        </a:xfrm>
        <a:prstGeom prst="rect">
          <a:avLst/>
        </a:prstGeom>
      </dsp:spPr>
      <dsp:txXfrm>
        <a:off x="0" y="3741345"/>
        <a:ext cx="305238" cy="619920"/>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104761" cy="5464170"/>
        <a:chOff x="0" y="0"/>
        <a:chExt cx="6104761" cy="5464170"/>
      </a:xfrm>
    </dsp:grpSpPr>
    <dsp:sp modelId="{239B36AB-7117-4155-903F-FC5CD32B85EE}">
      <dsp:nvSpPr>
        <dsp:cNvPr id="5" name="Rectangles 4"/>
        <dsp:cNvSpPr/>
      </dsp:nvSpPr>
      <dsp:spPr bwMode="white">
        <a:xfrm>
          <a:off x="0" y="429525"/>
          <a:ext cx="6104761" cy="604800"/>
        </a:xfrm>
        <a:prstGeom prst="rect">
          <a:avLst/>
        </a:prstGeom>
      </dsp:spPr>
      <dsp:style>
        <a:lnRef idx="2">
          <a:schemeClr val="accent1"/>
        </a:lnRef>
        <a:fillRef idx="1">
          <a:schemeClr val="lt1">
            <a:alpha val="90000"/>
          </a:schemeClr>
        </a:fillRef>
        <a:effectRef idx="0">
          <a:scrgbClr r="0" g="0" b="0"/>
        </a:effectRef>
        <a:fontRef idx="minor"/>
      </dsp:style>
      <dsp:txBody>
        <a:bodyPr lIns="473797" tIns="499872" rIns="473797"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429525"/>
        <a:ext cx="6104761" cy="604800"/>
      </dsp:txXfrm>
    </dsp:sp>
    <dsp:sp modelId="{02C2ADB4-4012-4DDD-9FED-7D976D074B0B}">
      <dsp:nvSpPr>
        <dsp:cNvPr id="4" name="Rounded Rectangle 3"/>
        <dsp:cNvSpPr/>
      </dsp:nvSpPr>
      <dsp:spPr bwMode="white">
        <a:xfrm>
          <a:off x="305238" y="75285"/>
          <a:ext cx="4273333" cy="70848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en-GB" b="0" i="0" dirty="0"/>
            <a:t>Schizophrenia</a:t>
          </a:r>
          <a:endParaRPr lang="en-US" dirty="0"/>
        </a:p>
      </dsp:txBody>
      <dsp:txXfrm>
        <a:off x="305238" y="75285"/>
        <a:ext cx="4273333" cy="708480"/>
      </dsp:txXfrm>
    </dsp:sp>
    <dsp:sp modelId="{AB490A1B-B445-4CA3-A80C-F68918E8F243}">
      <dsp:nvSpPr>
        <dsp:cNvPr id="8" name="Rectangles 7"/>
        <dsp:cNvSpPr/>
      </dsp:nvSpPr>
      <dsp:spPr bwMode="white">
        <a:xfrm>
          <a:off x="0" y="1518165"/>
          <a:ext cx="6104761" cy="604800"/>
        </a:xfrm>
        <a:prstGeom prst="rect">
          <a:avLst/>
        </a:prstGeom>
      </dsp:spPr>
      <dsp:style>
        <a:lnRef idx="2">
          <a:schemeClr val="accent1"/>
        </a:lnRef>
        <a:fillRef idx="1">
          <a:schemeClr val="lt1">
            <a:alpha val="90000"/>
          </a:schemeClr>
        </a:fillRef>
        <a:effectRef idx="0">
          <a:scrgbClr r="0" g="0" b="0"/>
        </a:effectRef>
        <a:fontRef idx="minor"/>
      </dsp:style>
      <dsp:txBody>
        <a:bodyPr lIns="473797" tIns="499872" rIns="473797"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1518165"/>
        <a:ext cx="6104761" cy="604800"/>
      </dsp:txXfrm>
    </dsp:sp>
    <dsp:sp modelId="{57732CD5-FA5A-4331-B6D5-445C5A7DF55E}">
      <dsp:nvSpPr>
        <dsp:cNvPr id="7" name="Rounded Rectangle 6"/>
        <dsp:cNvSpPr/>
      </dsp:nvSpPr>
      <dsp:spPr bwMode="white">
        <a:xfrm>
          <a:off x="305238" y="1163925"/>
          <a:ext cx="4273333" cy="70848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en-GB" b="0" i="0" dirty="0"/>
            <a:t>Schizophreniform Disorder</a:t>
          </a:r>
          <a:endParaRPr lang="en-US" dirty="0"/>
        </a:p>
      </dsp:txBody>
      <dsp:txXfrm>
        <a:off x="305238" y="1163925"/>
        <a:ext cx="4273333" cy="708480"/>
      </dsp:txXfrm>
    </dsp:sp>
    <dsp:sp modelId="{C84ADD55-2123-4BDE-B4C3-759AC6F913AC}">
      <dsp:nvSpPr>
        <dsp:cNvPr id="11" name="Rectangles 10"/>
        <dsp:cNvSpPr/>
      </dsp:nvSpPr>
      <dsp:spPr bwMode="white">
        <a:xfrm>
          <a:off x="0" y="2606805"/>
          <a:ext cx="6104761" cy="604800"/>
        </a:xfrm>
        <a:prstGeom prst="rect">
          <a:avLst/>
        </a:prstGeom>
      </dsp:spPr>
      <dsp:style>
        <a:lnRef idx="2">
          <a:schemeClr val="accent1"/>
        </a:lnRef>
        <a:fillRef idx="1">
          <a:schemeClr val="lt1">
            <a:alpha val="90000"/>
          </a:schemeClr>
        </a:fillRef>
        <a:effectRef idx="0">
          <a:scrgbClr r="0" g="0" b="0"/>
        </a:effectRef>
        <a:fontRef idx="minor"/>
      </dsp:style>
      <dsp:txBody>
        <a:bodyPr lIns="473797" tIns="499872" rIns="473797"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2606805"/>
        <a:ext cx="6104761" cy="604800"/>
      </dsp:txXfrm>
    </dsp:sp>
    <dsp:sp modelId="{B898BA73-01C9-481C-8B8C-3832AB17B5ED}">
      <dsp:nvSpPr>
        <dsp:cNvPr id="10" name="Rounded Rectangle 9"/>
        <dsp:cNvSpPr/>
      </dsp:nvSpPr>
      <dsp:spPr bwMode="white">
        <a:xfrm>
          <a:off x="305238" y="2252565"/>
          <a:ext cx="4273333" cy="70848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en-GB" b="0" i="0" dirty="0"/>
            <a:t>Schizoaffective Disorder</a:t>
          </a:r>
          <a:endParaRPr lang="en-US" dirty="0"/>
        </a:p>
      </dsp:txBody>
      <dsp:txXfrm>
        <a:off x="305238" y="2252565"/>
        <a:ext cx="4273333" cy="708480"/>
      </dsp:txXfrm>
    </dsp:sp>
    <dsp:sp modelId="{D1F28703-3C9E-4F45-9E6D-23F15251C97C}">
      <dsp:nvSpPr>
        <dsp:cNvPr id="14" name="Rectangles 13"/>
        <dsp:cNvSpPr/>
      </dsp:nvSpPr>
      <dsp:spPr bwMode="white">
        <a:xfrm>
          <a:off x="0" y="3695445"/>
          <a:ext cx="6104761" cy="604800"/>
        </a:xfrm>
        <a:prstGeom prst="rect">
          <a:avLst/>
        </a:prstGeom>
      </dsp:spPr>
      <dsp:style>
        <a:lnRef idx="2">
          <a:schemeClr val="accent1"/>
        </a:lnRef>
        <a:fillRef idx="1">
          <a:schemeClr val="lt1">
            <a:alpha val="90000"/>
          </a:schemeClr>
        </a:fillRef>
        <a:effectRef idx="0">
          <a:scrgbClr r="0" g="0" b="0"/>
        </a:effectRef>
        <a:fontRef idx="minor"/>
      </dsp:style>
      <dsp:txBody>
        <a:bodyPr lIns="473797" tIns="499872" rIns="473797"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3695445"/>
        <a:ext cx="6104761" cy="604800"/>
      </dsp:txXfrm>
    </dsp:sp>
    <dsp:sp modelId="{FE7FE663-03CD-48DE-86EB-1ABCDB476C09}">
      <dsp:nvSpPr>
        <dsp:cNvPr id="13" name="Rounded Rectangle 12"/>
        <dsp:cNvSpPr/>
      </dsp:nvSpPr>
      <dsp:spPr bwMode="white">
        <a:xfrm>
          <a:off x="305238" y="3341205"/>
          <a:ext cx="4273333" cy="70848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en-GB" b="0" i="0" dirty="0"/>
            <a:t>Brief Psychotic Disorder</a:t>
          </a:r>
          <a:endParaRPr lang="en-US" dirty="0"/>
        </a:p>
      </dsp:txBody>
      <dsp:txXfrm>
        <a:off x="305238" y="3341205"/>
        <a:ext cx="4273333" cy="708480"/>
      </dsp:txXfrm>
    </dsp:sp>
    <dsp:sp modelId="{194D8EFD-5EB1-4909-A4EE-AD65AAAC42BE}">
      <dsp:nvSpPr>
        <dsp:cNvPr id="17" name="Rectangles 16"/>
        <dsp:cNvSpPr/>
      </dsp:nvSpPr>
      <dsp:spPr bwMode="white">
        <a:xfrm>
          <a:off x="0" y="4784085"/>
          <a:ext cx="6104761" cy="604800"/>
        </a:xfrm>
        <a:prstGeom prst="rect">
          <a:avLst/>
        </a:prstGeom>
      </dsp:spPr>
      <dsp:style>
        <a:lnRef idx="2">
          <a:schemeClr val="accent1"/>
        </a:lnRef>
        <a:fillRef idx="1">
          <a:schemeClr val="lt1">
            <a:alpha val="90000"/>
          </a:schemeClr>
        </a:fillRef>
        <a:effectRef idx="0">
          <a:scrgbClr r="0" g="0" b="0"/>
        </a:effectRef>
        <a:fontRef idx="minor"/>
      </dsp:style>
      <dsp:txBody>
        <a:bodyPr lIns="473797" tIns="499872" rIns="473797"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4784085"/>
        <a:ext cx="6104761" cy="604800"/>
      </dsp:txXfrm>
    </dsp:sp>
    <dsp:sp modelId="{75B90B2F-26CC-44AC-9B11-2C5BE5D57075}">
      <dsp:nvSpPr>
        <dsp:cNvPr id="16" name="Rounded Rectangle 15"/>
        <dsp:cNvSpPr/>
      </dsp:nvSpPr>
      <dsp:spPr bwMode="white">
        <a:xfrm>
          <a:off x="305238" y="4429845"/>
          <a:ext cx="4273333" cy="708480"/>
        </a:xfrm>
        <a:prstGeom prst="roundRect">
          <a:avLst/>
        </a:prstGeom>
      </dsp:spPr>
      <dsp:style>
        <a:lnRef idx="2">
          <a:schemeClr val="lt1"/>
        </a:lnRef>
        <a:fillRef idx="1">
          <a:schemeClr val="accent1"/>
        </a:fillRef>
        <a:effectRef idx="0">
          <a:scrgbClr r="0" g="0" b="0"/>
        </a:effectRef>
        <a:fontRef idx="minor">
          <a:schemeClr val="lt1"/>
        </a:fontRef>
      </dsp:style>
      <dsp:txBody>
        <a:bodyPr lIns="161521" tIns="0" rIns="161521"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en-GB" b="0" i="0" dirty="0"/>
            <a:t>Delusional Disorder</a:t>
          </a:r>
          <a:endParaRPr lang="en-US" dirty="0"/>
        </a:p>
      </dsp:txBody>
      <dsp:txXfrm>
        <a:off x="305238" y="4429845"/>
        <a:ext cx="4273333" cy="708480"/>
      </dsp:txXfrm>
    </dsp:sp>
    <dsp:sp modelId="{DD1B5548-877E-4A70-823E-7AF8929F8C7B}">
      <dsp:nvSpPr>
        <dsp:cNvPr id="3" name="Rectangles 2" hidden="1"/>
        <dsp:cNvSpPr/>
      </dsp:nvSpPr>
      <dsp:spPr>
        <a:xfrm>
          <a:off x="0" y="75285"/>
          <a:ext cx="305238" cy="708480"/>
        </a:xfrm>
        <a:prstGeom prst="rect">
          <a:avLst/>
        </a:prstGeom>
      </dsp:spPr>
      <dsp:txXfrm>
        <a:off x="0" y="75285"/>
        <a:ext cx="305238" cy="708480"/>
      </dsp:txXfrm>
    </dsp:sp>
    <dsp:sp modelId="{5F09305A-3112-42BB-8D6D-652D4DE870B7}">
      <dsp:nvSpPr>
        <dsp:cNvPr id="6" name="Rectangles 5" hidden="1"/>
        <dsp:cNvSpPr/>
      </dsp:nvSpPr>
      <dsp:spPr>
        <a:xfrm>
          <a:off x="0" y="1163925"/>
          <a:ext cx="305238" cy="708480"/>
        </a:xfrm>
        <a:prstGeom prst="rect">
          <a:avLst/>
        </a:prstGeom>
      </dsp:spPr>
      <dsp:txXfrm>
        <a:off x="0" y="1163925"/>
        <a:ext cx="305238" cy="708480"/>
      </dsp:txXfrm>
    </dsp:sp>
    <dsp:sp modelId="{E4E01D26-6EB2-4DA5-8EFD-7DD00E6D7A58}">
      <dsp:nvSpPr>
        <dsp:cNvPr id="9" name="Rectangles 8" hidden="1"/>
        <dsp:cNvSpPr/>
      </dsp:nvSpPr>
      <dsp:spPr>
        <a:xfrm>
          <a:off x="0" y="2252565"/>
          <a:ext cx="305238" cy="708480"/>
        </a:xfrm>
        <a:prstGeom prst="rect">
          <a:avLst/>
        </a:prstGeom>
      </dsp:spPr>
      <dsp:txXfrm>
        <a:off x="0" y="2252565"/>
        <a:ext cx="305238" cy="708480"/>
      </dsp:txXfrm>
    </dsp:sp>
    <dsp:sp modelId="{D51DCF02-CD83-49BA-B2D5-85783132E18A}">
      <dsp:nvSpPr>
        <dsp:cNvPr id="12" name="Rectangles 11" hidden="1"/>
        <dsp:cNvSpPr/>
      </dsp:nvSpPr>
      <dsp:spPr>
        <a:xfrm>
          <a:off x="0" y="3341205"/>
          <a:ext cx="305238" cy="708480"/>
        </a:xfrm>
        <a:prstGeom prst="rect">
          <a:avLst/>
        </a:prstGeom>
      </dsp:spPr>
      <dsp:txXfrm>
        <a:off x="0" y="3341205"/>
        <a:ext cx="305238" cy="708480"/>
      </dsp:txXfrm>
    </dsp:sp>
    <dsp:sp modelId="{9A60EFF0-2C28-403E-BB66-68DF099C245C}">
      <dsp:nvSpPr>
        <dsp:cNvPr id="15" name="Rectangles 14" hidden="1"/>
        <dsp:cNvSpPr/>
      </dsp:nvSpPr>
      <dsp:spPr>
        <a:xfrm>
          <a:off x="0" y="4429845"/>
          <a:ext cx="305238" cy="708480"/>
        </a:xfrm>
        <a:prstGeom prst="rect">
          <a:avLst/>
        </a:prstGeom>
      </dsp:spPr>
      <dsp:txXfrm>
        <a:off x="0" y="4429845"/>
        <a:ext cx="305238" cy="708480"/>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249787" cy="3263964"/>
        <a:chOff x="0" y="0"/>
        <a:chExt cx="10249787" cy="3263964"/>
      </a:xfrm>
    </dsp:grpSpPr>
    <dsp:sp modelId="{BE0F5AC1-A63F-4CC8-B329-1257438C1A54}">
      <dsp:nvSpPr>
        <dsp:cNvPr id="3" name="Rounded Rectangle 2"/>
        <dsp:cNvSpPr/>
      </dsp:nvSpPr>
      <dsp:spPr bwMode="white">
        <a:xfrm>
          <a:off x="0" y="5438"/>
          <a:ext cx="4392766" cy="278940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0" y="5438"/>
        <a:ext cx="4392766" cy="2789406"/>
      </dsp:txXfrm>
    </dsp:sp>
    <dsp:sp modelId="{0DAADDE2-5B77-465A-AF97-B96EC3A748C2}">
      <dsp:nvSpPr>
        <dsp:cNvPr id="4" name="Rounded Rectangle 3"/>
        <dsp:cNvSpPr/>
      </dsp:nvSpPr>
      <dsp:spPr bwMode="white">
        <a:xfrm>
          <a:off x="488085" y="469119"/>
          <a:ext cx="4392766" cy="278940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60960" tIns="60960" rIns="60960" bIns="609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GB" b="1">
              <a:solidFill>
                <a:schemeClr val="dk1"/>
              </a:solidFill>
            </a:rPr>
            <a:t>Erotomanic type </a:t>
          </a:r>
          <a:r>
            <a:rPr lang="en-GB">
              <a:solidFill>
                <a:schemeClr val="dk1"/>
              </a:solidFill>
            </a:rPr>
            <a:t>A 45-year-old woman believes that a famous actor she has never met is secretly in love with her. She interprets his TV interviews as containing coded love messages directed only to her. She mails him letters and once traveled to his city to “meet him at the airport.” Apart from this fixed belief, she works full-time as an accountant, dresses appropriately, and has normal conversations.</a:t>
          </a:r>
          <a:endParaRPr lang="en-US">
            <a:solidFill>
              <a:schemeClr val="dk1"/>
            </a:solidFill>
          </a:endParaRPr>
        </a:p>
      </dsp:txBody>
      <dsp:txXfrm>
        <a:off x="488085" y="469119"/>
        <a:ext cx="4392766" cy="2789406"/>
      </dsp:txXfrm>
    </dsp:sp>
    <dsp:sp modelId="{66C2C4E3-C9F6-4CDB-A81E-A825375773AF}">
      <dsp:nvSpPr>
        <dsp:cNvPr id="5" name="Rounded Rectangle 4"/>
        <dsp:cNvSpPr/>
      </dsp:nvSpPr>
      <dsp:spPr bwMode="white">
        <a:xfrm>
          <a:off x="5368936" y="5438"/>
          <a:ext cx="4392766" cy="278940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5368936" y="5438"/>
        <a:ext cx="4392766" cy="2789406"/>
      </dsp:txXfrm>
    </dsp:sp>
    <dsp:sp modelId="{B8B41170-C697-488A-99D0-2D7FCB7127C2}">
      <dsp:nvSpPr>
        <dsp:cNvPr id="6" name="Rounded Rectangle 5"/>
        <dsp:cNvSpPr/>
      </dsp:nvSpPr>
      <dsp:spPr bwMode="white">
        <a:xfrm>
          <a:off x="5857021" y="469119"/>
          <a:ext cx="4392766" cy="278940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60960" tIns="60960" rIns="60960" bIns="609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GB" b="1">
              <a:solidFill>
                <a:schemeClr val="dk1"/>
              </a:solidFill>
            </a:rPr>
            <a:t>Persecutory type (most common) </a:t>
          </a:r>
          <a:r>
            <a:rPr lang="en-GB">
              <a:solidFill>
                <a:schemeClr val="dk1"/>
              </a:solidFill>
            </a:rPr>
            <a:t>A 58-year-old man is convinced for the past 3 years that his neighbors have installed hidden microphones in his apartment walls and are recording him to blackmail him. He has filed multiple police reports and covered his walls with aluminum foil. He still goes to work every day as a bus driver and has no hallucinations or bizarre behavior outside this belief system.</a:t>
          </a:r>
          <a:endParaRPr lang="en-US">
            <a:solidFill>
              <a:schemeClr val="dk1"/>
            </a:solidFill>
          </a:endParaRPr>
        </a:p>
      </dsp:txBody>
      <dsp:txXfrm>
        <a:off x="5857021" y="469119"/>
        <a:ext cx="4392766" cy="2789406"/>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249787" cy="3263964"/>
        <a:chOff x="0" y="0"/>
        <a:chExt cx="10249787" cy="3263964"/>
      </a:xfrm>
    </dsp:grpSpPr>
    <dsp:sp modelId="{096C06C2-CADC-40EB-A523-C26EA38078C4}">
      <dsp:nvSpPr>
        <dsp:cNvPr id="3" name="Rounded Rectangle 2"/>
        <dsp:cNvSpPr/>
      </dsp:nvSpPr>
      <dsp:spPr bwMode="white">
        <a:xfrm>
          <a:off x="0" y="5438"/>
          <a:ext cx="4392766" cy="278940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0" y="5438"/>
        <a:ext cx="4392766" cy="2789406"/>
      </dsp:txXfrm>
    </dsp:sp>
    <dsp:sp modelId="{9C02C53F-7BFD-4E14-9FDE-3669E71D1F01}">
      <dsp:nvSpPr>
        <dsp:cNvPr id="4" name="Rounded Rectangle 3"/>
        <dsp:cNvSpPr/>
      </dsp:nvSpPr>
      <dsp:spPr bwMode="white">
        <a:xfrm>
          <a:off x="488085" y="469119"/>
          <a:ext cx="4392766" cy="278940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64769" tIns="64769" rIns="64769" bIns="64769"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GB" b="1">
              <a:solidFill>
                <a:schemeClr val="dk1"/>
              </a:solidFill>
            </a:rPr>
            <a:t>Somatic type </a:t>
          </a:r>
          <a:r>
            <a:rPr lang="en-GB">
              <a:solidFill>
                <a:schemeClr val="dk1"/>
              </a:solidFill>
            </a:rPr>
            <a:t>A 38-year-old woman is absolutely certain she has a parasitic worm infestation in her intestines despite dozens of negative medical tests (stool tests, CT scans, colonoscopies). She spends hours a day researching rare parasites online and repeatedly demands antiparasitic medication. Functioning is fairly intact otherwise.</a:t>
          </a:r>
          <a:endParaRPr lang="en-US">
            <a:solidFill>
              <a:schemeClr val="dk1"/>
            </a:solidFill>
          </a:endParaRPr>
        </a:p>
      </dsp:txBody>
      <dsp:txXfrm>
        <a:off x="488085" y="469119"/>
        <a:ext cx="4392766" cy="2789406"/>
      </dsp:txXfrm>
    </dsp:sp>
    <dsp:sp modelId="{232DE419-C9CA-4514-A873-1F2430A6BCFE}">
      <dsp:nvSpPr>
        <dsp:cNvPr id="5" name="Rounded Rectangle 4"/>
        <dsp:cNvSpPr/>
      </dsp:nvSpPr>
      <dsp:spPr bwMode="white">
        <a:xfrm>
          <a:off x="5368936" y="5438"/>
          <a:ext cx="4392766" cy="278940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5368936" y="5438"/>
        <a:ext cx="4392766" cy="2789406"/>
      </dsp:txXfrm>
    </dsp:sp>
    <dsp:sp modelId="{38174D34-D0DD-4D12-84F6-C8A150769B60}">
      <dsp:nvSpPr>
        <dsp:cNvPr id="6" name="Rounded Rectangle 5"/>
        <dsp:cNvSpPr/>
      </dsp:nvSpPr>
      <dsp:spPr bwMode="white">
        <a:xfrm>
          <a:off x="5857021" y="469119"/>
          <a:ext cx="4392766" cy="278940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64769" tIns="64769" rIns="64769" bIns="64769"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GB" b="1">
              <a:solidFill>
                <a:schemeClr val="dk1"/>
              </a:solidFill>
            </a:rPr>
            <a:t>Jealous type </a:t>
          </a:r>
          <a:r>
            <a:rPr lang="en-GB">
              <a:solidFill>
                <a:schemeClr val="dk1"/>
              </a:solidFill>
            </a:rPr>
            <a:t>A 50-year-old husband believes, without evidence, that his wife has been unfaithful with multiple colleagues for the past 2 years. He checks her phone daily, follows her car, and questions minor details in her stories, but does not have mood swings, hallucinations, or disorganized thinking.</a:t>
          </a:r>
          <a:endParaRPr lang="en-US">
            <a:solidFill>
              <a:schemeClr val="dk1"/>
            </a:solidFill>
          </a:endParaRPr>
        </a:p>
      </dsp:txBody>
      <dsp:txXfrm>
        <a:off x="5857021" y="469119"/>
        <a:ext cx="4392766" cy="278940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endParaRPr lang="en-US" dirty="0"/>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fld>
            <a:endParaRPr lang="en-US"/>
          </a:p>
        </p:txBody>
      </p:sp>
      <p:cxnSp>
        <p:nvCxnSpPr>
          <p:cNvPr id="7" name="Straight Connector 6"/>
          <p:cNvCxnSpPr/>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39" name="Group 38"/>
          <p:cNvGrpSpPr/>
          <p:nvPr/>
        </p:nvGrpSpPr>
        <p:grpSpPr>
          <a:xfrm>
            <a:off x="6201388" y="0"/>
            <a:ext cx="5990612" cy="6858001"/>
            <a:chOff x="6201388" y="0"/>
            <a:chExt cx="5990612" cy="6858001"/>
          </a:xfrm>
        </p:grpSpPr>
        <p:sp>
          <p:nvSpPr>
            <p:cNvPr id="40" name="Oval 39"/>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46"/>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7"/>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52"/>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Oval 53"/>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57"/>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59"/>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60"/>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62"/>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Date Placeholder 6"/>
          <p:cNvSpPr>
            <a:spLocks noGrp="1"/>
          </p:cNvSpPr>
          <p:nvPr>
            <p:ph type="dt" sz="half" idx="10"/>
          </p:nvPr>
        </p:nvSpPr>
        <p:spPr/>
        <p:txBody>
          <a:bodyPr/>
          <a:lstStyle/>
          <a:p>
            <a:fld id="{A5B0A250-5CC0-1746-B209-08E8B0DAE6AF}"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endParaRPr lang="en-US" dirty="0"/>
          </a:p>
        </p:txBody>
      </p:sp>
      <p:sp>
        <p:nvSpPr>
          <p:cNvPr id="3" name="Date Placeholder 2"/>
          <p:cNvSpPr>
            <a:spLocks noGrp="1"/>
          </p:cNvSpPr>
          <p:nvPr>
            <p:ph type="dt" sz="half" idx="10"/>
          </p:nvPr>
        </p:nvSpPr>
        <p:spPr/>
        <p:txBody>
          <a:bodyPr/>
          <a:lstStyle/>
          <a:p>
            <a:fld id="{A5B0A250-5CC0-1746-B209-08E8B0DAE6AF}"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5B0A250-5CC0-1746-B209-08E8B0DAE6A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endParaRPr lang="en-US" dirty="0"/>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Vector background of vibrant colours splashing"/>
          <p:cNvPicPr>
            <a:picLocks noChangeAspect="1"/>
          </p:cNvPicPr>
          <p:nvPr/>
        </p:nvPicPr>
        <p:blipFill>
          <a:blip r:embed="rId1"/>
          <a:srcRect t="17279"/>
          <a:stretch>
            <a:fillRect/>
          </a:stretch>
        </p:blipFill>
        <p:spPr>
          <a:xfrm>
            <a:off x="20" y="1"/>
            <a:ext cx="12191980" cy="6857999"/>
          </a:xfrm>
          <a:prstGeom prst="rect">
            <a:avLst/>
          </a:prstGeom>
        </p:spPr>
      </p:pic>
      <p:sp>
        <p:nvSpPr>
          <p:cNvPr id="11" name="Rectangle"/>
          <p:cNvSpPr>
            <a:spLocks noGrp="1" noRot="1" noChangeAspect="1" noMove="1" noResize="1" noEditPoints="1" noAdjustHandles="1" noChangeArrowheads="1" noChangeShapeType="1" noTextEdit="1"/>
          </p:cNvSpPr>
          <p:nvPr/>
        </p:nvSpPr>
        <p:spPr>
          <a:xfrm>
            <a:off x="-1" y="-1"/>
            <a:ext cx="5267217" cy="6858000"/>
          </a:xfrm>
          <a:prstGeom prst="rect">
            <a:avLst/>
          </a:prstGeom>
          <a:gradFill flip="none" rotWithShape="1">
            <a:gsLst>
              <a:gs pos="31000">
                <a:schemeClr val="bg1">
                  <a:alpha val="80000"/>
                </a:schemeClr>
              </a:gs>
              <a:gs pos="0">
                <a:schemeClr val="bg1"/>
              </a:gs>
              <a:gs pos="100000">
                <a:schemeClr val="bg1">
                  <a:alpha val="34000"/>
                </a:schemeClr>
              </a:gs>
            </a:gsLst>
            <a:path path="circle">
              <a:fillToRect r="100000" b="100000"/>
            </a:path>
            <a:tileRect l="-100000" t="-100000"/>
          </a:gradFill>
          <a:ln w="12700">
            <a:miter lim="400000"/>
          </a:ln>
        </p:spPr>
        <p:txBody>
          <a:bodyPr lIns="50800" tIns="50800" rIns="50800" bIns="50800" anchor="ctr"/>
          <a:lstStyle/>
          <a:p>
            <a:pPr algn="ctr"/>
            <a:endParaRPr sz="2600" cap="all" dirty="0">
              <a:solidFill>
                <a:srgbClr val="FFFFFF"/>
              </a:solidFill>
              <a:sym typeface="Avenir Next"/>
            </a:endParaRPr>
          </a:p>
        </p:txBody>
      </p:sp>
      <p:sp>
        <p:nvSpPr>
          <p:cNvPr id="2" name="Title 1"/>
          <p:cNvSpPr>
            <a:spLocks noGrp="1"/>
          </p:cNvSpPr>
          <p:nvPr>
            <p:ph type="ctrTitle"/>
          </p:nvPr>
        </p:nvSpPr>
        <p:spPr>
          <a:xfrm>
            <a:off x="565150" y="768334"/>
            <a:ext cx="4599131" cy="2866405"/>
          </a:xfrm>
        </p:spPr>
        <p:txBody>
          <a:bodyPr>
            <a:normAutofit fontScale="90000"/>
          </a:bodyPr>
          <a:lstStyle/>
          <a:p>
            <a:r>
              <a:rPr lang="en-GB" sz="5335" dirty="0"/>
              <a:t>PSYC100 GENERAL PSYCHOLOGY</a:t>
            </a:r>
            <a:endParaRPr lang="en-GB" sz="5335" dirty="0"/>
          </a:p>
        </p:txBody>
      </p:sp>
      <p:sp>
        <p:nvSpPr>
          <p:cNvPr id="3" name="Subtitle 2"/>
          <p:cNvSpPr>
            <a:spLocks noGrp="1"/>
          </p:cNvSpPr>
          <p:nvPr>
            <p:ph type="subTitle" idx="1"/>
          </p:nvPr>
        </p:nvSpPr>
        <p:spPr>
          <a:xfrm>
            <a:off x="565151" y="4283239"/>
            <a:ext cx="4134538" cy="1475177"/>
          </a:xfrm>
        </p:spPr>
        <p:txBody>
          <a:bodyPr>
            <a:normAutofit/>
          </a:bodyPr>
          <a:lstStyle/>
          <a:p>
            <a:r>
              <a:rPr lang="en-GB" b="1" dirty="0"/>
              <a:t>PSYCHOPATHOLOGY</a:t>
            </a:r>
            <a:endParaRPr lang="en-GB" b="1" dirty="0"/>
          </a:p>
        </p:txBody>
      </p:sp>
      <p:cxnSp>
        <p:nvCxnSpPr>
          <p:cNvPr id="13" name="Straight Connector 12"/>
          <p:cNvCxnSpPr>
            <a:cxnSpLocks noGrp="1" noRot="1" noChangeAspect="1" noMove="1" noResize="1" noEditPoints="1" noAdjustHandles="1" noChangeArrowheads="1" noChangeShapeType="1"/>
          </p:cNvCxnSpPr>
          <p:nvPr/>
        </p:nvCxnSpPr>
        <p:spPr>
          <a:xfrm>
            <a:off x="565150" y="6087110"/>
            <a:ext cx="413453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5" name="Group 14"/>
          <p:cNvGrpSpPr>
            <a:grpSpLocks noGrp="1" noRot="1" noChangeAspect="1" noMove="1" noResize="1" noUngrp="1"/>
          </p:cNvGrpSpPr>
          <p:nvPr/>
        </p:nvGrpSpPr>
        <p:grpSpPr>
          <a:xfrm>
            <a:off x="10291746" y="0"/>
            <a:ext cx="1900254" cy="6858000"/>
            <a:chOff x="10291746" y="0"/>
            <a:chExt cx="1900254" cy="6858000"/>
          </a:xfrm>
        </p:grpSpPr>
        <p:sp>
          <p:nvSpPr>
            <p:cNvPr id="16" name="Freeform 40"/>
            <p:cNvSpPr/>
            <p:nvPr/>
          </p:nvSpPr>
          <p:spPr>
            <a:xfrm>
              <a:off x="11655829" y="809310"/>
              <a:ext cx="536171" cy="1124839"/>
            </a:xfrm>
            <a:custGeom>
              <a:avLst/>
              <a:gdLst>
                <a:gd name="connsiteX0" fmla="*/ 536171 w 536171"/>
                <a:gd name="connsiteY0" fmla="*/ 0 h 1124839"/>
                <a:gd name="connsiteX1" fmla="*/ 536171 w 536171"/>
                <a:gd name="connsiteY1" fmla="*/ 1124839 h 1124839"/>
                <a:gd name="connsiteX2" fmla="*/ 451423 w 536171"/>
                <a:gd name="connsiteY2" fmla="*/ 1116295 h 1124839"/>
                <a:gd name="connsiteX3" fmla="*/ 0 w 536171"/>
                <a:gd name="connsiteY3" fmla="*/ 562419 h 1124839"/>
                <a:gd name="connsiteX4" fmla="*/ 451423 w 536171"/>
                <a:gd name="connsiteY4" fmla="*/ 8543 h 1124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171" h="1124839">
                  <a:moveTo>
                    <a:pt x="536171" y="0"/>
                  </a:moveTo>
                  <a:lnTo>
                    <a:pt x="536171" y="1124839"/>
                  </a:lnTo>
                  <a:lnTo>
                    <a:pt x="451423" y="1116295"/>
                  </a:lnTo>
                  <a:cubicBezTo>
                    <a:pt x="193797" y="1063577"/>
                    <a:pt x="0" y="835630"/>
                    <a:pt x="0" y="562419"/>
                  </a:cubicBezTo>
                  <a:cubicBezTo>
                    <a:pt x="0" y="289208"/>
                    <a:pt x="193797" y="61261"/>
                    <a:pt x="451423" y="85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41"/>
            <p:cNvSpPr/>
            <p:nvPr/>
          </p:nvSpPr>
          <p:spPr>
            <a:xfrm>
              <a:off x="10291748" y="0"/>
              <a:ext cx="1130725" cy="565362"/>
            </a:xfrm>
            <a:custGeom>
              <a:avLst/>
              <a:gdLst>
                <a:gd name="connsiteX0" fmla="*/ 0 w 1130725"/>
                <a:gd name="connsiteY0" fmla="*/ 0 h 565362"/>
                <a:gd name="connsiteX1" fmla="*/ 25420 w 1130725"/>
                <a:gd name="connsiteY1" fmla="*/ 0 h 565362"/>
                <a:gd name="connsiteX2" fmla="*/ 36369 w 1130725"/>
                <a:gd name="connsiteY2" fmla="*/ 108609 h 565362"/>
                <a:gd name="connsiteX3" fmla="*/ 565363 w 1130725"/>
                <a:gd name="connsiteY3" fmla="*/ 539750 h 565362"/>
                <a:gd name="connsiteX4" fmla="*/ 1094356 w 1130725"/>
                <a:gd name="connsiteY4" fmla="*/ 108609 h 565362"/>
                <a:gd name="connsiteX5" fmla="*/ 1105305 w 1130725"/>
                <a:gd name="connsiteY5" fmla="*/ 0 h 565362"/>
                <a:gd name="connsiteX6" fmla="*/ 1130725 w 1130725"/>
                <a:gd name="connsiteY6" fmla="*/ 0 h 565362"/>
                <a:gd name="connsiteX7" fmla="*/ 565363 w 1130725"/>
                <a:gd name="connsiteY7" fmla="*/ 565362 h 565362"/>
                <a:gd name="connsiteX8" fmla="*/ 0 w 1130725"/>
                <a:gd name="connsiteY8" fmla="*/ 0 h 56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0725" h="565362">
                  <a:moveTo>
                    <a:pt x="0" y="0"/>
                  </a:moveTo>
                  <a:lnTo>
                    <a:pt x="25420" y="0"/>
                  </a:lnTo>
                  <a:lnTo>
                    <a:pt x="36369" y="108609"/>
                  </a:lnTo>
                  <a:cubicBezTo>
                    <a:pt x="86718" y="354660"/>
                    <a:pt x="304425" y="539750"/>
                    <a:pt x="565363" y="539750"/>
                  </a:cubicBezTo>
                  <a:cubicBezTo>
                    <a:pt x="826300" y="539750"/>
                    <a:pt x="1044007" y="354660"/>
                    <a:pt x="1094356" y="108609"/>
                  </a:cubicBezTo>
                  <a:lnTo>
                    <a:pt x="1105305" y="0"/>
                  </a:lnTo>
                  <a:lnTo>
                    <a:pt x="1130725" y="0"/>
                  </a:lnTo>
                  <a:cubicBezTo>
                    <a:pt x="1130725" y="312241"/>
                    <a:pt x="877604" y="565362"/>
                    <a:pt x="565363" y="565362"/>
                  </a:cubicBezTo>
                  <a:cubicBezTo>
                    <a:pt x="253121" y="565362"/>
                    <a:pt x="0" y="312241"/>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42"/>
            <p:cNvSpPr/>
            <p:nvPr/>
          </p:nvSpPr>
          <p:spPr>
            <a:xfrm>
              <a:off x="11656578" y="0"/>
              <a:ext cx="535422" cy="562344"/>
            </a:xfrm>
            <a:custGeom>
              <a:avLst/>
              <a:gdLst>
                <a:gd name="connsiteX0" fmla="*/ 0 w 535422"/>
                <a:gd name="connsiteY0" fmla="*/ 0 h 562344"/>
                <a:gd name="connsiteX1" fmla="*/ 25421 w 535422"/>
                <a:gd name="connsiteY1" fmla="*/ 0 h 562344"/>
                <a:gd name="connsiteX2" fmla="*/ 36370 w 535422"/>
                <a:gd name="connsiteY2" fmla="*/ 108609 h 562344"/>
                <a:gd name="connsiteX3" fmla="*/ 469781 w 535422"/>
                <a:gd name="connsiteY3" fmla="*/ 531316 h 562344"/>
                <a:gd name="connsiteX4" fmla="*/ 535422 w 535422"/>
                <a:gd name="connsiteY4" fmla="*/ 537108 h 562344"/>
                <a:gd name="connsiteX5" fmla="*/ 535422 w 535422"/>
                <a:gd name="connsiteY5" fmla="*/ 562344 h 562344"/>
                <a:gd name="connsiteX6" fmla="*/ 451424 w 535422"/>
                <a:gd name="connsiteY6" fmla="*/ 553876 h 562344"/>
                <a:gd name="connsiteX7" fmla="*/ 0 w 535422"/>
                <a:gd name="connsiteY7" fmla="*/ 0 h 562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422" h="562344">
                  <a:moveTo>
                    <a:pt x="0" y="0"/>
                  </a:moveTo>
                  <a:lnTo>
                    <a:pt x="25421" y="0"/>
                  </a:lnTo>
                  <a:lnTo>
                    <a:pt x="36370" y="108609"/>
                  </a:lnTo>
                  <a:cubicBezTo>
                    <a:pt x="80425" y="323904"/>
                    <a:pt x="252614" y="492525"/>
                    <a:pt x="469781" y="531316"/>
                  </a:cubicBezTo>
                  <a:lnTo>
                    <a:pt x="535422" y="537108"/>
                  </a:lnTo>
                  <a:lnTo>
                    <a:pt x="535422" y="562344"/>
                  </a:lnTo>
                  <a:lnTo>
                    <a:pt x="451424" y="553876"/>
                  </a:lnTo>
                  <a:cubicBezTo>
                    <a:pt x="193797" y="501158"/>
                    <a:pt x="0" y="273211"/>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43"/>
            <p:cNvSpPr/>
            <p:nvPr/>
          </p:nvSpPr>
          <p:spPr>
            <a:xfrm>
              <a:off x="11656578" y="2181112"/>
              <a:ext cx="535422" cy="1124687"/>
            </a:xfrm>
            <a:custGeom>
              <a:avLst/>
              <a:gdLst>
                <a:gd name="connsiteX0" fmla="*/ 535422 w 535422"/>
                <a:gd name="connsiteY0" fmla="*/ 0 h 1124687"/>
                <a:gd name="connsiteX1" fmla="*/ 535422 w 535422"/>
                <a:gd name="connsiteY1" fmla="*/ 25186 h 1124687"/>
                <a:gd name="connsiteX2" fmla="*/ 456541 w 535422"/>
                <a:gd name="connsiteY2" fmla="*/ 33138 h 1124687"/>
                <a:gd name="connsiteX3" fmla="*/ 25399 w 535422"/>
                <a:gd name="connsiteY3" fmla="*/ 562130 h 1124687"/>
                <a:gd name="connsiteX4" fmla="*/ 456541 w 535422"/>
                <a:gd name="connsiteY4" fmla="*/ 1091123 h 1124687"/>
                <a:gd name="connsiteX5" fmla="*/ 535422 w 535422"/>
                <a:gd name="connsiteY5" fmla="*/ 1099075 h 1124687"/>
                <a:gd name="connsiteX6" fmla="*/ 535422 w 535422"/>
                <a:gd name="connsiteY6" fmla="*/ 1124687 h 1124687"/>
                <a:gd name="connsiteX7" fmla="*/ 451423 w 535422"/>
                <a:gd name="connsiteY7" fmla="*/ 1116219 h 1124687"/>
                <a:gd name="connsiteX8" fmla="*/ 0 w 535422"/>
                <a:gd name="connsiteY8" fmla="*/ 562343 h 1124687"/>
                <a:gd name="connsiteX9" fmla="*/ 451423 w 535422"/>
                <a:gd name="connsiteY9" fmla="*/ 8468 h 112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5422" h="1124687">
                  <a:moveTo>
                    <a:pt x="535422" y="0"/>
                  </a:moveTo>
                  <a:lnTo>
                    <a:pt x="535422" y="25186"/>
                  </a:lnTo>
                  <a:lnTo>
                    <a:pt x="456541" y="33138"/>
                  </a:lnTo>
                  <a:cubicBezTo>
                    <a:pt x="210489" y="83487"/>
                    <a:pt x="25399" y="301194"/>
                    <a:pt x="25399" y="562130"/>
                  </a:cubicBezTo>
                  <a:cubicBezTo>
                    <a:pt x="25399" y="823067"/>
                    <a:pt x="210489" y="1040774"/>
                    <a:pt x="456541" y="1091123"/>
                  </a:cubicBezTo>
                  <a:lnTo>
                    <a:pt x="535422" y="1099075"/>
                  </a:lnTo>
                  <a:lnTo>
                    <a:pt x="535422" y="1124687"/>
                  </a:lnTo>
                  <a:lnTo>
                    <a:pt x="451423" y="1116219"/>
                  </a:lnTo>
                  <a:cubicBezTo>
                    <a:pt x="193797" y="1063501"/>
                    <a:pt x="0" y="835554"/>
                    <a:pt x="0" y="562343"/>
                  </a:cubicBezTo>
                  <a:cubicBezTo>
                    <a:pt x="0" y="289132"/>
                    <a:pt x="193797" y="61185"/>
                    <a:pt x="451423" y="846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44"/>
            <p:cNvSpPr/>
            <p:nvPr/>
          </p:nvSpPr>
          <p:spPr>
            <a:xfrm>
              <a:off x="10291746" y="806365"/>
              <a:ext cx="1130726" cy="1130724"/>
            </a:xfrm>
            <a:custGeom>
              <a:avLst/>
              <a:gdLst>
                <a:gd name="connsiteX0" fmla="*/ 565363 w 1130726"/>
                <a:gd name="connsiteY0" fmla="*/ 25186 h 1130724"/>
                <a:gd name="connsiteX1" fmla="*/ 25399 w 1130726"/>
                <a:gd name="connsiteY1" fmla="*/ 565149 h 1130724"/>
                <a:gd name="connsiteX2" fmla="*/ 565363 w 1130726"/>
                <a:gd name="connsiteY2" fmla="*/ 1105112 h 1130724"/>
                <a:gd name="connsiteX3" fmla="*/ 1105327 w 1130726"/>
                <a:gd name="connsiteY3" fmla="*/ 565149 h 1130724"/>
                <a:gd name="connsiteX4" fmla="*/ 565363 w 1130726"/>
                <a:gd name="connsiteY4" fmla="*/ 25186 h 1130724"/>
                <a:gd name="connsiteX5" fmla="*/ 565363 w 1130726"/>
                <a:gd name="connsiteY5" fmla="*/ 0 h 1130724"/>
                <a:gd name="connsiteX6" fmla="*/ 1130726 w 1130726"/>
                <a:gd name="connsiteY6" fmla="*/ 565362 h 1130724"/>
                <a:gd name="connsiteX7" fmla="*/ 565363 w 1130726"/>
                <a:gd name="connsiteY7" fmla="*/ 1130724 h 1130724"/>
                <a:gd name="connsiteX8" fmla="*/ 0 w 1130726"/>
                <a:gd name="connsiteY8" fmla="*/ 565362 h 1130724"/>
                <a:gd name="connsiteX9" fmla="*/ 565363 w 1130726"/>
                <a:gd name="connsiteY9" fmla="*/ 0 h 113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0726" h="1130724">
                  <a:moveTo>
                    <a:pt x="565363" y="25186"/>
                  </a:moveTo>
                  <a:cubicBezTo>
                    <a:pt x="267149" y="25186"/>
                    <a:pt x="25399" y="266936"/>
                    <a:pt x="25399" y="565149"/>
                  </a:cubicBezTo>
                  <a:cubicBezTo>
                    <a:pt x="25399" y="863362"/>
                    <a:pt x="267149" y="1105112"/>
                    <a:pt x="565363" y="1105112"/>
                  </a:cubicBezTo>
                  <a:cubicBezTo>
                    <a:pt x="863577" y="1105112"/>
                    <a:pt x="1105327" y="863362"/>
                    <a:pt x="1105327" y="565149"/>
                  </a:cubicBezTo>
                  <a:cubicBezTo>
                    <a:pt x="1105327" y="266936"/>
                    <a:pt x="863577" y="25186"/>
                    <a:pt x="565363" y="25186"/>
                  </a:cubicBezTo>
                  <a:close/>
                  <a:moveTo>
                    <a:pt x="565363" y="0"/>
                  </a:moveTo>
                  <a:cubicBezTo>
                    <a:pt x="877604" y="0"/>
                    <a:pt x="1130726" y="253121"/>
                    <a:pt x="1130726" y="565362"/>
                  </a:cubicBezTo>
                  <a:cubicBezTo>
                    <a:pt x="1130726" y="877603"/>
                    <a:pt x="877604" y="1130724"/>
                    <a:pt x="565363" y="1130724"/>
                  </a:cubicBezTo>
                  <a:cubicBezTo>
                    <a:pt x="253122" y="1130724"/>
                    <a:pt x="0" y="877603"/>
                    <a:pt x="0" y="565362"/>
                  </a:cubicBezTo>
                  <a:cubicBezTo>
                    <a:pt x="0" y="253121"/>
                    <a:pt x="253122" y="0"/>
                    <a:pt x="565363"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45"/>
            <p:cNvSpPr/>
            <p:nvPr/>
          </p:nvSpPr>
          <p:spPr>
            <a:xfrm>
              <a:off x="11656578" y="3552837"/>
              <a:ext cx="535422" cy="1124688"/>
            </a:xfrm>
            <a:custGeom>
              <a:avLst/>
              <a:gdLst>
                <a:gd name="connsiteX0" fmla="*/ 535422 w 535422"/>
                <a:gd name="connsiteY0" fmla="*/ 0 h 1124688"/>
                <a:gd name="connsiteX1" fmla="*/ 535422 w 535422"/>
                <a:gd name="connsiteY1" fmla="*/ 25186 h 1124688"/>
                <a:gd name="connsiteX2" fmla="*/ 456541 w 535422"/>
                <a:gd name="connsiteY2" fmla="*/ 33138 h 1124688"/>
                <a:gd name="connsiteX3" fmla="*/ 25399 w 535422"/>
                <a:gd name="connsiteY3" fmla="*/ 562131 h 1124688"/>
                <a:gd name="connsiteX4" fmla="*/ 456541 w 535422"/>
                <a:gd name="connsiteY4" fmla="*/ 1091124 h 1124688"/>
                <a:gd name="connsiteX5" fmla="*/ 535422 w 535422"/>
                <a:gd name="connsiteY5" fmla="*/ 1099076 h 1124688"/>
                <a:gd name="connsiteX6" fmla="*/ 535422 w 535422"/>
                <a:gd name="connsiteY6" fmla="*/ 1124688 h 1124688"/>
                <a:gd name="connsiteX7" fmla="*/ 451423 w 535422"/>
                <a:gd name="connsiteY7" fmla="*/ 1116220 h 1124688"/>
                <a:gd name="connsiteX8" fmla="*/ 0 w 535422"/>
                <a:gd name="connsiteY8" fmla="*/ 562344 h 1124688"/>
                <a:gd name="connsiteX9" fmla="*/ 451423 w 535422"/>
                <a:gd name="connsiteY9" fmla="*/ 8468 h 1124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5422" h="1124688">
                  <a:moveTo>
                    <a:pt x="535422" y="0"/>
                  </a:moveTo>
                  <a:lnTo>
                    <a:pt x="535422" y="25186"/>
                  </a:lnTo>
                  <a:lnTo>
                    <a:pt x="456541" y="33138"/>
                  </a:lnTo>
                  <a:cubicBezTo>
                    <a:pt x="210489" y="83488"/>
                    <a:pt x="25399" y="301195"/>
                    <a:pt x="25399" y="562131"/>
                  </a:cubicBezTo>
                  <a:cubicBezTo>
                    <a:pt x="25399" y="823068"/>
                    <a:pt x="210489" y="1040775"/>
                    <a:pt x="456541" y="1091124"/>
                  </a:cubicBezTo>
                  <a:lnTo>
                    <a:pt x="535422" y="1099076"/>
                  </a:lnTo>
                  <a:lnTo>
                    <a:pt x="535422" y="1124688"/>
                  </a:lnTo>
                  <a:lnTo>
                    <a:pt x="451423" y="1116220"/>
                  </a:lnTo>
                  <a:cubicBezTo>
                    <a:pt x="193797" y="1063502"/>
                    <a:pt x="0" y="835555"/>
                    <a:pt x="0" y="562344"/>
                  </a:cubicBezTo>
                  <a:cubicBezTo>
                    <a:pt x="0" y="289133"/>
                    <a:pt x="193797" y="61186"/>
                    <a:pt x="451423" y="846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53"/>
            <p:cNvSpPr/>
            <p:nvPr/>
          </p:nvSpPr>
          <p:spPr>
            <a:xfrm>
              <a:off x="11656642" y="6295916"/>
              <a:ext cx="535358" cy="562084"/>
            </a:xfrm>
            <a:custGeom>
              <a:avLst/>
              <a:gdLst>
                <a:gd name="connsiteX0" fmla="*/ 535358 w 535358"/>
                <a:gd name="connsiteY0" fmla="*/ 0 h 562084"/>
                <a:gd name="connsiteX1" fmla="*/ 535358 w 535358"/>
                <a:gd name="connsiteY1" fmla="*/ 25186 h 562084"/>
                <a:gd name="connsiteX2" fmla="*/ 469717 w 535358"/>
                <a:gd name="connsiteY2" fmla="*/ 30978 h 562084"/>
                <a:gd name="connsiteX3" fmla="*/ 36306 w 535358"/>
                <a:gd name="connsiteY3" fmla="*/ 453686 h 562084"/>
                <a:gd name="connsiteX4" fmla="*/ 25378 w 535358"/>
                <a:gd name="connsiteY4" fmla="*/ 562084 h 562084"/>
                <a:gd name="connsiteX5" fmla="*/ 0 w 535358"/>
                <a:gd name="connsiteY5" fmla="*/ 562084 h 562084"/>
                <a:gd name="connsiteX6" fmla="*/ 11423 w 535358"/>
                <a:gd name="connsiteY6" fmla="*/ 448780 h 562084"/>
                <a:gd name="connsiteX7" fmla="*/ 465221 w 535358"/>
                <a:gd name="connsiteY7" fmla="*/ 6189 h 562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358" h="562084">
                  <a:moveTo>
                    <a:pt x="535358" y="0"/>
                  </a:moveTo>
                  <a:lnTo>
                    <a:pt x="535358" y="25186"/>
                  </a:lnTo>
                  <a:lnTo>
                    <a:pt x="469717" y="30978"/>
                  </a:lnTo>
                  <a:cubicBezTo>
                    <a:pt x="252550" y="69769"/>
                    <a:pt x="80361" y="238391"/>
                    <a:pt x="36306" y="453686"/>
                  </a:cubicBezTo>
                  <a:lnTo>
                    <a:pt x="25378" y="562084"/>
                  </a:lnTo>
                  <a:lnTo>
                    <a:pt x="0" y="562084"/>
                  </a:lnTo>
                  <a:lnTo>
                    <a:pt x="11423" y="448780"/>
                  </a:lnTo>
                  <a:cubicBezTo>
                    <a:pt x="57551" y="223357"/>
                    <a:pt x="237840" y="46805"/>
                    <a:pt x="465221" y="6189"/>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3608387" cy="3395472"/>
          </a:xfrm>
        </p:spPr>
        <p:txBody>
          <a:bodyPr>
            <a:normAutofit/>
          </a:bodyPr>
          <a:lstStyle/>
          <a:p>
            <a:r>
              <a:rPr lang="en-GB" dirty="0"/>
              <a:t>Lecture outline</a:t>
            </a:r>
            <a:endParaRPr lang="en-GB" dirty="0"/>
          </a:p>
        </p:txBody>
      </p:sp>
      <p:grpSp>
        <p:nvGrpSpPr>
          <p:cNvPr id="11" name="Group 10"/>
          <p:cNvGrpSpPr>
            <a:grpSpLocks noGrp="1" noRot="1" noChangeAspect="1" noMove="1" noResize="1" noUngrp="1"/>
          </p:cNvGrpSpPr>
          <p:nvPr/>
        </p:nvGrpSpPr>
        <p:grpSpPr>
          <a:xfrm>
            <a:off x="10290315" y="0"/>
            <a:ext cx="1901686" cy="4677439"/>
            <a:chOff x="10290315" y="0"/>
            <a:chExt cx="1901686" cy="4677439"/>
          </a:xfrm>
        </p:grpSpPr>
        <p:sp>
          <p:nvSpPr>
            <p:cNvPr id="12" name="Freeform 5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5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5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5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7" name="Straight Connector 16"/>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p:cNvGraphicFramePr>
            <a:graphicFrameLocks noGrp="1"/>
          </p:cNvGraphicFramePr>
          <p:nvPr>
            <p:ph idx="1"/>
          </p:nvPr>
        </p:nvGraphicFramePr>
        <p:xfrm>
          <a:off x="5635256" y="1350336"/>
          <a:ext cx="5905254" cy="415732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9198761" cy="1268984"/>
          </a:xfrm>
        </p:spPr>
        <p:txBody>
          <a:bodyPr>
            <a:normAutofit/>
          </a:bodyPr>
          <a:lstStyle/>
          <a:p>
            <a:r>
              <a:rPr lang="en-GB" dirty="0"/>
              <a:t>What is abnormality?</a:t>
            </a:r>
            <a:endParaRPr lang="en-GB" dirty="0"/>
          </a:p>
        </p:txBody>
      </p:sp>
      <p:sp>
        <p:nvSpPr>
          <p:cNvPr id="3" name="Content Placeholder 2"/>
          <p:cNvSpPr>
            <a:spLocks noGrp="1"/>
          </p:cNvSpPr>
          <p:nvPr>
            <p:ph idx="1"/>
          </p:nvPr>
        </p:nvSpPr>
        <p:spPr>
          <a:xfrm>
            <a:off x="565150" y="2160016"/>
            <a:ext cx="9198761" cy="3601212"/>
          </a:xfrm>
        </p:spPr>
        <p:txBody>
          <a:bodyPr>
            <a:normAutofit/>
          </a:bodyPr>
          <a:lstStyle/>
          <a:p>
            <a:r>
              <a:rPr lang="en-GB" dirty="0"/>
              <a:t>Abnormality as deviation from the (statistical) average</a:t>
            </a:r>
            <a:endParaRPr lang="en-GB" dirty="0"/>
          </a:p>
          <a:p>
            <a:pPr lvl="1"/>
            <a:r>
              <a:rPr lang="en-GB" dirty="0"/>
              <a:t>Gifted are statistically rare, is that abnormal?</a:t>
            </a:r>
            <a:endParaRPr lang="en-GB" dirty="0"/>
          </a:p>
          <a:p>
            <a:pPr lvl="1"/>
            <a:r>
              <a:rPr lang="en-GB" dirty="0"/>
              <a:t>Common things like anxiety are considered as disorders.</a:t>
            </a:r>
            <a:endParaRPr lang="en-GB" dirty="0"/>
          </a:p>
          <a:p>
            <a:r>
              <a:rPr lang="en-GB" dirty="0"/>
              <a:t>Abnormality as deviation from the norm </a:t>
            </a:r>
            <a:endParaRPr lang="en-GB" dirty="0"/>
          </a:p>
          <a:p>
            <a:pPr lvl="1"/>
            <a:r>
              <a:rPr lang="en-GB" dirty="0"/>
              <a:t>Society’s norms; is rule breaking is bad, then is having panic attack also bad?</a:t>
            </a:r>
            <a:endParaRPr lang="en-GB" dirty="0"/>
          </a:p>
          <a:p>
            <a:r>
              <a:rPr lang="en-GB" dirty="0"/>
              <a:t>Abnormality as deviation from ideal mental health</a:t>
            </a:r>
            <a:endParaRPr lang="en-GB" dirty="0"/>
          </a:p>
          <a:p>
            <a:pPr lvl="1"/>
            <a:r>
              <a:rPr lang="en-GB" dirty="0"/>
              <a:t>Varies across cultures</a:t>
            </a:r>
            <a:endParaRPr lang="en-GB" dirty="0"/>
          </a:p>
        </p:txBody>
      </p:sp>
      <p:cxnSp>
        <p:nvCxnSpPr>
          <p:cNvPr id="10" name="Straight Connector 9"/>
          <p:cNvCxnSpPr>
            <a:cxnSpLocks noGrp="1" noRot="1" noChangeAspect="1" noMove="1" noResize="1" noEditPoints="1" noAdjustHandles="1" noChangeArrowheads="1" noChangeShapeType="1"/>
          </p:cNvCxnSpPr>
          <p:nvPr/>
        </p:nvCxnSpPr>
        <p:spPr>
          <a:xfrm>
            <a:off x="565150" y="6087110"/>
            <a:ext cx="919876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p:cNvGrpSpPr>
            <a:grpSpLocks noGrp="1" noRot="1" noChangeAspect="1" noMove="1" noResize="1" noUngrp="1"/>
          </p:cNvGrpSpPr>
          <p:nvPr/>
        </p:nvGrpSpPr>
        <p:grpSpPr>
          <a:xfrm>
            <a:off x="10290315" y="0"/>
            <a:ext cx="1901686" cy="6858000"/>
            <a:chOff x="10290315" y="0"/>
            <a:chExt cx="1901686" cy="6858000"/>
          </a:xfrm>
        </p:grpSpPr>
        <p:sp>
          <p:nvSpPr>
            <p:cNvPr id="13" name="Oval 12"/>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4"/>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25"/>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26"/>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27"/>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28"/>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29"/>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198761" cy="1268984"/>
          </a:xfrm>
        </p:spPr>
        <p:txBody>
          <a:bodyPr>
            <a:normAutofit/>
          </a:bodyPr>
          <a:lstStyle/>
          <a:p>
            <a:r>
              <a:rPr lang="en-GB" dirty="0"/>
              <a:t>What is abnormality?</a:t>
            </a:r>
            <a:endParaRPr lang="en-GB" dirty="0"/>
          </a:p>
        </p:txBody>
      </p:sp>
      <p:sp>
        <p:nvSpPr>
          <p:cNvPr id="3" name="Content Placeholder 2"/>
          <p:cNvSpPr>
            <a:spLocks noGrp="1"/>
          </p:cNvSpPr>
          <p:nvPr>
            <p:ph idx="1"/>
          </p:nvPr>
        </p:nvSpPr>
        <p:spPr>
          <a:xfrm>
            <a:off x="565150" y="2160016"/>
            <a:ext cx="9198761" cy="3601212"/>
          </a:xfrm>
        </p:spPr>
        <p:txBody>
          <a:bodyPr>
            <a:normAutofit/>
          </a:bodyPr>
          <a:lstStyle/>
          <a:p>
            <a:r>
              <a:rPr lang="en-GB" dirty="0"/>
              <a:t>Abnormality as personal distress</a:t>
            </a:r>
            <a:endParaRPr lang="en-GB" dirty="0"/>
          </a:p>
          <a:p>
            <a:pPr lvl="1"/>
            <a:r>
              <a:rPr lang="en-GB" dirty="0"/>
              <a:t>Obsessive-compulsive behaviour</a:t>
            </a:r>
            <a:endParaRPr lang="en-GB" dirty="0"/>
          </a:p>
          <a:p>
            <a:r>
              <a:rPr lang="en-GB" dirty="0"/>
              <a:t>Abnormality as others’ stress</a:t>
            </a:r>
            <a:endParaRPr lang="en-GB" dirty="0"/>
          </a:p>
          <a:p>
            <a:pPr lvl="1"/>
            <a:r>
              <a:rPr lang="en-GB" dirty="0"/>
              <a:t>Interpersonal aspect; narcissistic personality disorder</a:t>
            </a:r>
            <a:endParaRPr lang="en-GB" dirty="0"/>
          </a:p>
          <a:p>
            <a:r>
              <a:rPr lang="en-GB" dirty="0"/>
              <a:t>Abnormality as </a:t>
            </a:r>
            <a:r>
              <a:rPr lang="en-GB" dirty="0" err="1"/>
              <a:t>maladaptiveness</a:t>
            </a:r>
            <a:endParaRPr lang="en-GB" dirty="0"/>
          </a:p>
          <a:p>
            <a:pPr lvl="1"/>
            <a:r>
              <a:rPr lang="en-GB" dirty="0"/>
              <a:t>Substance use</a:t>
            </a:r>
            <a:endParaRPr lang="en-GB" dirty="0"/>
          </a:p>
          <a:p>
            <a:r>
              <a:rPr lang="en-GB" dirty="0"/>
              <a:t>Abnormality as unexpected behaviour</a:t>
            </a:r>
            <a:endParaRPr lang="en-GB" dirty="0"/>
          </a:p>
          <a:p>
            <a:pPr lvl="1"/>
            <a:r>
              <a:rPr lang="en-GB" dirty="0"/>
              <a:t>Anxiety in anxiety disorders is out of proportion</a:t>
            </a:r>
            <a:endParaRPr lang="en-GB" dirty="0"/>
          </a:p>
          <a:p>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9198761" cy="1268984"/>
          </a:xfrm>
        </p:spPr>
        <p:txBody>
          <a:bodyPr>
            <a:normAutofit fontScale="90000"/>
          </a:bodyPr>
          <a:lstStyle/>
          <a:p>
            <a:r>
              <a:rPr lang="en-GB" dirty="0"/>
              <a:t>The classification of mental disorders </a:t>
            </a:r>
            <a:endParaRPr lang="en-GB" dirty="0"/>
          </a:p>
        </p:txBody>
      </p:sp>
      <p:sp>
        <p:nvSpPr>
          <p:cNvPr id="3" name="Content Placeholder 2"/>
          <p:cNvSpPr>
            <a:spLocks noGrp="1"/>
          </p:cNvSpPr>
          <p:nvPr>
            <p:ph idx="1"/>
          </p:nvPr>
        </p:nvSpPr>
        <p:spPr>
          <a:xfrm>
            <a:off x="565150" y="2160016"/>
            <a:ext cx="9198761" cy="3601212"/>
          </a:xfrm>
        </p:spPr>
        <p:txBody>
          <a:bodyPr>
            <a:normAutofit/>
          </a:bodyPr>
          <a:lstStyle/>
          <a:p>
            <a:r>
              <a:rPr lang="en-GB" dirty="0"/>
              <a:t>Kraepelin published the first recognised textbook of psychiatry in 1883. Kraepelin claimed that certain groups of symptoms occur together sufficiently often for them to be called a ‘disease’ or syndrome.</a:t>
            </a:r>
            <a:endParaRPr lang="en-GB" dirty="0"/>
          </a:p>
          <a:p>
            <a:r>
              <a:rPr lang="en-GB" dirty="0"/>
              <a:t>His classification formed the basis for the </a:t>
            </a:r>
            <a:r>
              <a:rPr lang="en-GB" i="1" dirty="0"/>
              <a:t>Diagnostic and Statistical Manual of Mental Disorders </a:t>
            </a:r>
            <a:r>
              <a:rPr lang="en-GB" dirty="0"/>
              <a:t>(DSM) and the </a:t>
            </a:r>
            <a:r>
              <a:rPr lang="en-GB" i="1" dirty="0"/>
              <a:t>International Classification of Diseases</a:t>
            </a:r>
            <a:r>
              <a:rPr lang="en-GB" dirty="0"/>
              <a:t> (ICD).</a:t>
            </a:r>
            <a:endParaRPr lang="en-GB" dirty="0"/>
          </a:p>
        </p:txBody>
      </p:sp>
      <p:cxnSp>
        <p:nvCxnSpPr>
          <p:cNvPr id="10" name="Straight Connector 9"/>
          <p:cNvCxnSpPr>
            <a:cxnSpLocks noGrp="1" noRot="1" noChangeAspect="1" noMove="1" noResize="1" noEditPoints="1" noAdjustHandles="1" noChangeArrowheads="1" noChangeShapeType="1"/>
          </p:cNvCxnSpPr>
          <p:nvPr/>
        </p:nvCxnSpPr>
        <p:spPr>
          <a:xfrm>
            <a:off x="565150" y="6087110"/>
            <a:ext cx="919876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p:cNvGrpSpPr>
            <a:grpSpLocks noGrp="1" noRot="1" noChangeAspect="1" noMove="1" noResize="1" noUngrp="1"/>
          </p:cNvGrpSpPr>
          <p:nvPr/>
        </p:nvGrpSpPr>
        <p:grpSpPr>
          <a:xfrm>
            <a:off x="10290315" y="0"/>
            <a:ext cx="1901686" cy="6858000"/>
            <a:chOff x="10290315" y="0"/>
            <a:chExt cx="1901686" cy="6858000"/>
          </a:xfrm>
        </p:grpSpPr>
        <p:sp>
          <p:nvSpPr>
            <p:cNvPr id="13" name="Oval 12"/>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4"/>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25"/>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26"/>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27"/>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28"/>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29"/>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77" name="Group 1076"/>
          <p:cNvGrpSpPr>
            <a:grpSpLocks noGrp="1" noRot="1" noChangeAspect="1" noMove="1" noResize="1" noUngrp="1"/>
          </p:cNvGrpSpPr>
          <p:nvPr/>
        </p:nvGrpSpPr>
        <p:grpSpPr>
          <a:xfrm>
            <a:off x="6201388" y="0"/>
            <a:ext cx="5990612" cy="6858001"/>
            <a:chOff x="6201388" y="0"/>
            <a:chExt cx="5990612" cy="6858001"/>
          </a:xfrm>
        </p:grpSpPr>
        <p:sp>
          <p:nvSpPr>
            <p:cNvPr id="1078" name="Oval 1077"/>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80"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81" name="Oval 1080"/>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 name="Oval 1081"/>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Oval 1082"/>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8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86" name="Oval 1085"/>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Oval 1086"/>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Oval 1087"/>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Oval 1088"/>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91"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92" name="Oval 1091"/>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Oval 1092"/>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Oval 1093"/>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96"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97"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98"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99"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00"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01"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103" name="Straight Connector 1102"/>
          <p:cNvCxnSpPr>
            <a:cxnSpLocks noGrp="1" noRot="1" noChangeAspect="1" noMove="1" noResize="1" noEditPoints="1" noAdjustHandles="1" noChangeArrowheads="1" noChangeShapeType="1"/>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1105" name="Rectangle 1104"/>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7" name="Group 1106"/>
          <p:cNvGrpSpPr>
            <a:grpSpLocks noGrp="1" noRot="1" noChangeAspect="1" noMove="1" noResize="1" noUngrp="1"/>
          </p:cNvGrpSpPr>
          <p:nvPr/>
        </p:nvGrpSpPr>
        <p:grpSpPr>
          <a:xfrm>
            <a:off x="10290315" y="0"/>
            <a:ext cx="1901686" cy="6858000"/>
            <a:chOff x="10290315" y="0"/>
            <a:chExt cx="1901686" cy="6858000"/>
          </a:xfrm>
        </p:grpSpPr>
        <p:sp>
          <p:nvSpPr>
            <p:cNvPr id="1108" name="Oval 1107"/>
            <p:cNvSpPr/>
            <p:nvPr/>
          </p:nvSpPr>
          <p:spPr>
            <a:xfrm>
              <a:off x="10290315"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9" name="Freeform 85"/>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10" name="Freeform 86"/>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11" name="Freeform 87"/>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12" name="Freeform 88"/>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13" name="Freeform 89"/>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14" name="Freeform 9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7479529" y="1698731"/>
            <a:ext cx="4025901" cy="2866405"/>
          </a:xfrm>
        </p:spPr>
        <p:txBody>
          <a:bodyPr vert="horz" lIns="91440" tIns="45720" rIns="91440" bIns="45720" rtlCol="0" anchor="t">
            <a:normAutofit/>
          </a:bodyPr>
          <a:lstStyle/>
          <a:p>
            <a:pPr algn="ctr"/>
            <a:r>
              <a:rPr lang="en-US" dirty="0"/>
              <a:t>DSM </a:t>
            </a:r>
            <a:br>
              <a:rPr lang="en-US" dirty="0"/>
            </a:br>
            <a:r>
              <a:rPr lang="en-US" dirty="0"/>
              <a:t>and </a:t>
            </a:r>
            <a:br>
              <a:rPr lang="en-US" dirty="0"/>
            </a:br>
            <a:r>
              <a:rPr lang="en-US" dirty="0"/>
              <a:t>ICD</a:t>
            </a:r>
            <a:endParaRPr lang="en-US" dirty="0"/>
          </a:p>
        </p:txBody>
      </p:sp>
      <p:pic>
        <p:nvPicPr>
          <p:cNvPr id="7" name="Content Placeholder 6" descr="A book cover with text and images&#10;&#10;AI-generated content may be incorrect."/>
          <p:cNvPicPr>
            <a:picLocks noGrp="1" noChangeAspect="1"/>
          </p:cNvPicPr>
          <p:nvPr>
            <p:ph sz="half" idx="1"/>
          </p:nvPr>
        </p:nvPicPr>
        <p:blipFill>
          <a:blip r:embed="rId1"/>
          <a:stretch>
            <a:fillRect/>
          </a:stretch>
        </p:blipFill>
        <p:spPr>
          <a:xfrm>
            <a:off x="651489" y="1248973"/>
            <a:ext cx="6150394" cy="4351403"/>
          </a:xfrm>
          <a:prstGeom prst="rect">
            <a:avLst/>
          </a:prstGeom>
        </p:spPr>
      </p:pic>
      <p:cxnSp>
        <p:nvCxnSpPr>
          <p:cNvPr id="1116" name="Straight Connector 1115"/>
          <p:cNvCxnSpPr>
            <a:cxnSpLocks noGrp="1" noRot="1" noChangeAspect="1" noMove="1" noResize="1" noEditPoints="1" noAdjustHandles="1" noChangeArrowheads="1" noChangeShapeType="1"/>
          </p:cNvCxnSpPr>
          <p:nvPr/>
        </p:nvCxnSpPr>
        <p:spPr>
          <a:xfrm>
            <a:off x="7486649" y="6087110"/>
            <a:ext cx="413453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411970" cy="1268984"/>
          </a:xfrm>
        </p:spPr>
        <p:txBody>
          <a:bodyPr>
            <a:normAutofit/>
          </a:bodyPr>
          <a:lstStyle/>
          <a:p>
            <a:r>
              <a:rPr lang="en-GB" dirty="0"/>
              <a:t>Does classification always work?</a:t>
            </a:r>
            <a:endParaRPr lang="en-GB" dirty="0"/>
          </a:p>
        </p:txBody>
      </p:sp>
      <p:pic>
        <p:nvPicPr>
          <p:cNvPr id="4" name="Picture 3"/>
          <p:cNvPicPr>
            <a:picLocks noChangeAspect="1"/>
          </p:cNvPicPr>
          <p:nvPr/>
        </p:nvPicPr>
        <p:blipFill>
          <a:blip r:embed="rId1"/>
          <a:stretch>
            <a:fillRect/>
          </a:stretch>
        </p:blipFill>
        <p:spPr>
          <a:xfrm>
            <a:off x="728496" y="2039874"/>
            <a:ext cx="10345904" cy="40472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DSM 5</a:t>
            </a:r>
            <a:endParaRPr lang="en-GB" dirty="0"/>
          </a:p>
        </p:txBody>
      </p:sp>
      <p:sp>
        <p:nvSpPr>
          <p:cNvPr id="3" name="Content Placeholder 2"/>
          <p:cNvSpPr>
            <a:spLocks noGrp="1"/>
          </p:cNvSpPr>
          <p:nvPr>
            <p:ph idx="1"/>
          </p:nvPr>
        </p:nvSpPr>
        <p:spPr>
          <a:xfrm>
            <a:off x="565150" y="2160016"/>
            <a:ext cx="10130224" cy="3601212"/>
          </a:xfrm>
        </p:spPr>
        <p:txBody>
          <a:bodyPr>
            <a:normAutofit lnSpcReduction="10000"/>
          </a:bodyPr>
          <a:lstStyle/>
          <a:p>
            <a:pPr marL="0" indent="0">
              <a:buNone/>
            </a:pPr>
            <a:r>
              <a:rPr lang="en-GB" dirty="0"/>
              <a:t>I. Neurodevelopmental Disorders (e.g. ADHD, autism)</a:t>
            </a:r>
            <a:endParaRPr lang="en-GB" dirty="0"/>
          </a:p>
          <a:p>
            <a:pPr marL="0" indent="0">
              <a:buNone/>
            </a:pPr>
            <a:r>
              <a:rPr lang="en-GB" dirty="0"/>
              <a:t>II. Schizophrenia Spectrum and Other Psychotic Disorders</a:t>
            </a:r>
            <a:endParaRPr lang="en-GB" dirty="0"/>
          </a:p>
          <a:p>
            <a:pPr marL="0" indent="0">
              <a:buNone/>
            </a:pPr>
            <a:r>
              <a:rPr lang="en-GB" dirty="0"/>
              <a:t>III. Bipolar and Related Disorders</a:t>
            </a:r>
            <a:endParaRPr lang="en-GB" dirty="0"/>
          </a:p>
          <a:p>
            <a:pPr marL="0" indent="0">
              <a:buNone/>
            </a:pPr>
            <a:r>
              <a:rPr lang="en-GB" dirty="0"/>
              <a:t>IV. Depressive Disorders</a:t>
            </a:r>
            <a:endParaRPr lang="en-GB" dirty="0"/>
          </a:p>
          <a:p>
            <a:pPr marL="0" indent="0">
              <a:buNone/>
            </a:pPr>
            <a:r>
              <a:rPr lang="en-GB" dirty="0"/>
              <a:t>V. Anxiety Disorders</a:t>
            </a:r>
            <a:endParaRPr lang="en-GB" dirty="0"/>
          </a:p>
          <a:p>
            <a:pPr marL="0" indent="0">
              <a:buNone/>
            </a:pPr>
            <a:r>
              <a:rPr lang="en-GB" dirty="0"/>
              <a:t>VI. Obsessive-Compulsive and Related Disorders</a:t>
            </a:r>
            <a:endParaRPr lang="en-GB" dirty="0"/>
          </a:p>
          <a:p>
            <a:pPr marL="0" indent="0">
              <a:buNone/>
            </a:pPr>
            <a:r>
              <a:rPr lang="en-GB" dirty="0"/>
              <a:t>VII. Trauma- and Stressor-Related Disorders</a:t>
            </a:r>
            <a:endParaRPr lang="en-GB" dirty="0"/>
          </a:p>
          <a:p>
            <a:pPr marL="0" indent="0">
              <a:buNone/>
            </a:pPr>
            <a:r>
              <a:rPr lang="en-GB" dirty="0"/>
              <a:t>VIII. Dissociative Disorders	</a:t>
            </a:r>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DSM (cont.)</a:t>
            </a:r>
            <a:endParaRPr lang="en-GB" dirty="0"/>
          </a:p>
        </p:txBody>
      </p:sp>
      <p:sp>
        <p:nvSpPr>
          <p:cNvPr id="3" name="Content Placeholder 2"/>
          <p:cNvSpPr>
            <a:spLocks noGrp="1"/>
          </p:cNvSpPr>
          <p:nvPr>
            <p:ph idx="1"/>
          </p:nvPr>
        </p:nvSpPr>
        <p:spPr>
          <a:xfrm>
            <a:off x="565150" y="2160016"/>
            <a:ext cx="10130224" cy="3601212"/>
          </a:xfrm>
        </p:spPr>
        <p:txBody>
          <a:bodyPr>
            <a:normAutofit lnSpcReduction="10000"/>
          </a:bodyPr>
          <a:lstStyle/>
          <a:p>
            <a:pPr marL="0" indent="0">
              <a:buNone/>
            </a:pPr>
            <a:r>
              <a:rPr lang="en-GB" dirty="0"/>
              <a:t>IX. Somatic Symptom and Related Disorders</a:t>
            </a:r>
            <a:endParaRPr lang="en-GB" dirty="0"/>
          </a:p>
          <a:p>
            <a:pPr marL="0" indent="0">
              <a:buNone/>
            </a:pPr>
            <a:r>
              <a:rPr lang="en-GB" dirty="0"/>
              <a:t>X. Feeding and Eating Disorders</a:t>
            </a:r>
            <a:endParaRPr lang="en-GB" dirty="0"/>
          </a:p>
          <a:p>
            <a:pPr marL="0" indent="0">
              <a:buNone/>
            </a:pPr>
            <a:r>
              <a:rPr lang="en-GB" dirty="0"/>
              <a:t>XI. Elimination Disorders</a:t>
            </a:r>
            <a:endParaRPr lang="en-GB" dirty="0"/>
          </a:p>
          <a:p>
            <a:pPr marL="0" indent="0">
              <a:buNone/>
            </a:pPr>
            <a:r>
              <a:rPr lang="en-GB" dirty="0"/>
              <a:t>XII. Sleep-Wake Disorders</a:t>
            </a:r>
            <a:endParaRPr lang="en-GB" dirty="0"/>
          </a:p>
          <a:p>
            <a:pPr marL="0" indent="0">
              <a:buNone/>
            </a:pPr>
            <a:r>
              <a:rPr lang="en-GB" dirty="0"/>
              <a:t>XIII. Sexual Dysfunctions</a:t>
            </a:r>
            <a:endParaRPr lang="en-GB" dirty="0"/>
          </a:p>
          <a:p>
            <a:pPr marL="0" indent="0">
              <a:buNone/>
            </a:pPr>
            <a:r>
              <a:rPr lang="en-GB" dirty="0"/>
              <a:t>XIV. Gender Dysphoria</a:t>
            </a:r>
            <a:endParaRPr lang="en-GB" dirty="0"/>
          </a:p>
          <a:p>
            <a:pPr marL="0" indent="0">
              <a:buNone/>
            </a:pPr>
            <a:r>
              <a:rPr lang="en-GB" dirty="0"/>
              <a:t>XV. Disruptive, Impulse-Control, and Conduct Disorders</a:t>
            </a:r>
            <a:endParaRPr lang="en-GB" dirty="0"/>
          </a:p>
          <a:p>
            <a:pPr marL="0" indent="0">
              <a:buNone/>
            </a:pPr>
            <a:r>
              <a:rPr lang="en-GB" dirty="0"/>
              <a:t>XVI. Substance-Related and Addictive Disorders</a:t>
            </a:r>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DSM (cont.)</a:t>
            </a:r>
            <a:endParaRPr lang="en-GB" dirty="0"/>
          </a:p>
        </p:txBody>
      </p:sp>
      <p:sp>
        <p:nvSpPr>
          <p:cNvPr id="3" name="Content Placeholder 2"/>
          <p:cNvSpPr>
            <a:spLocks noGrp="1"/>
          </p:cNvSpPr>
          <p:nvPr>
            <p:ph idx="1"/>
          </p:nvPr>
        </p:nvSpPr>
        <p:spPr>
          <a:xfrm>
            <a:off x="565150" y="2160016"/>
            <a:ext cx="10130224" cy="3601212"/>
          </a:xfrm>
        </p:spPr>
        <p:txBody>
          <a:bodyPr>
            <a:normAutofit/>
          </a:bodyPr>
          <a:lstStyle/>
          <a:p>
            <a:pPr marL="0" indent="0">
              <a:buNone/>
            </a:pPr>
            <a:r>
              <a:rPr lang="en-GB" dirty="0"/>
              <a:t>XVII. Neurocognitive Disorders</a:t>
            </a:r>
            <a:endParaRPr lang="en-GB" dirty="0"/>
          </a:p>
          <a:p>
            <a:pPr marL="0" indent="0">
              <a:buNone/>
            </a:pPr>
            <a:r>
              <a:rPr lang="en-GB" dirty="0"/>
              <a:t>XVIII. Personality Disorders</a:t>
            </a:r>
            <a:endParaRPr lang="en-GB" dirty="0"/>
          </a:p>
          <a:p>
            <a:pPr marL="0" indent="0">
              <a:buNone/>
            </a:pPr>
            <a:r>
              <a:rPr lang="en-GB" dirty="0"/>
              <a:t>XIX. Paraphilic Disorders</a:t>
            </a:r>
            <a:endParaRPr lang="en-GB" dirty="0"/>
          </a:p>
          <a:p>
            <a:pPr marL="0" indent="0">
              <a:buNone/>
            </a:pPr>
            <a:r>
              <a:rPr lang="en-GB" dirty="0"/>
              <a:t>XX. Other Mental Disorders</a:t>
            </a:r>
            <a:endParaRPr lang="en-GB" dirty="0"/>
          </a:p>
          <a:p>
            <a:pPr marL="0" indent="0">
              <a:buNone/>
            </a:pPr>
            <a:r>
              <a:rPr lang="en-GB" dirty="0"/>
              <a:t>	</a:t>
            </a:r>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Example: Major depressive disorder</a:t>
            </a:r>
            <a:endParaRPr lang="en-GB" dirty="0"/>
          </a:p>
        </p:txBody>
      </p:sp>
      <p:sp>
        <p:nvSpPr>
          <p:cNvPr id="3" name="Content Placeholder 2"/>
          <p:cNvSpPr>
            <a:spLocks noGrp="1"/>
          </p:cNvSpPr>
          <p:nvPr>
            <p:ph idx="1"/>
          </p:nvPr>
        </p:nvSpPr>
        <p:spPr>
          <a:xfrm>
            <a:off x="565150" y="1696721"/>
            <a:ext cx="11058344" cy="4390387"/>
          </a:xfrm>
        </p:spPr>
        <p:txBody>
          <a:bodyPr>
            <a:normAutofit fontScale="70000" lnSpcReduction="20000"/>
          </a:bodyPr>
          <a:lstStyle/>
          <a:p>
            <a:pPr marL="0" indent="0">
              <a:buNone/>
            </a:pPr>
            <a:r>
              <a:rPr lang="en-GB" dirty="0"/>
              <a:t>A person must experience </a:t>
            </a:r>
            <a:r>
              <a:rPr lang="en-GB" b="1" dirty="0"/>
              <a:t>at least 5 symptoms</a:t>
            </a:r>
            <a:r>
              <a:rPr lang="en-GB" dirty="0"/>
              <a:t> during the </a:t>
            </a:r>
            <a:r>
              <a:rPr lang="en-GB" b="1" dirty="0"/>
              <a:t>same 2-week period</a:t>
            </a:r>
            <a:r>
              <a:rPr lang="en-GB" dirty="0"/>
              <a:t>, and the symptoms must represent a </a:t>
            </a:r>
            <a:r>
              <a:rPr lang="en-GB" b="1" dirty="0"/>
              <a:t>change from previous functioning</a:t>
            </a:r>
            <a:r>
              <a:rPr lang="en-GB" dirty="0"/>
              <a:t>. At least </a:t>
            </a:r>
            <a:r>
              <a:rPr lang="en-GB" b="1" dirty="0"/>
              <a:t>one</a:t>
            </a:r>
            <a:r>
              <a:rPr lang="en-GB" dirty="0"/>
              <a:t> of the symptoms must be: depressed mood or loss of interest/pleasure.</a:t>
            </a:r>
            <a:endParaRPr lang="en-GB" dirty="0"/>
          </a:p>
          <a:p>
            <a:pPr marL="457200" indent="-457200">
              <a:buFont typeface="+mj-lt"/>
              <a:buAutoNum type="arabicPeriod"/>
            </a:pPr>
            <a:r>
              <a:rPr lang="en-GB" dirty="0"/>
              <a:t>Depressed mood most of the day, nearly every day</a:t>
            </a:r>
            <a:endParaRPr lang="en-GB" dirty="0"/>
          </a:p>
          <a:p>
            <a:pPr marL="457200" indent="-457200">
              <a:buFont typeface="+mj-lt"/>
              <a:buAutoNum type="arabicPeriod"/>
            </a:pPr>
            <a:r>
              <a:rPr lang="en-GB" dirty="0"/>
              <a:t>Markedly reduced interest or pleasure in most activities</a:t>
            </a:r>
            <a:endParaRPr lang="en-GB" dirty="0"/>
          </a:p>
          <a:p>
            <a:pPr marL="457200" indent="-457200">
              <a:buFont typeface="+mj-lt"/>
              <a:buAutoNum type="arabicPeriod"/>
            </a:pPr>
            <a:r>
              <a:rPr lang="en-GB" dirty="0"/>
              <a:t>Significant unintentional weight loss or gain, or change in appetite</a:t>
            </a:r>
            <a:endParaRPr lang="en-GB" dirty="0"/>
          </a:p>
          <a:p>
            <a:pPr marL="457200" indent="-457200">
              <a:buFont typeface="+mj-lt"/>
              <a:buAutoNum type="arabicPeriod"/>
            </a:pPr>
            <a:r>
              <a:rPr lang="en-GB" dirty="0"/>
              <a:t>Insomnia or hypersomnia</a:t>
            </a:r>
            <a:endParaRPr lang="en-GB" dirty="0"/>
          </a:p>
          <a:p>
            <a:pPr marL="457200" indent="-457200">
              <a:buFont typeface="+mj-lt"/>
              <a:buAutoNum type="arabicPeriod"/>
            </a:pPr>
            <a:r>
              <a:rPr lang="en-GB" dirty="0"/>
              <a:t>Observable psychomotor agitation or slowing</a:t>
            </a:r>
            <a:endParaRPr lang="en-GB" dirty="0"/>
          </a:p>
          <a:p>
            <a:pPr marL="457200" indent="-457200">
              <a:buFont typeface="+mj-lt"/>
              <a:buAutoNum type="arabicPeriod"/>
            </a:pPr>
            <a:r>
              <a:rPr lang="en-GB" dirty="0"/>
              <a:t>Fatigue or loss of energy</a:t>
            </a:r>
            <a:endParaRPr lang="en-GB" dirty="0"/>
          </a:p>
          <a:p>
            <a:pPr marL="457200" indent="-457200">
              <a:buFont typeface="+mj-lt"/>
              <a:buAutoNum type="arabicPeriod"/>
            </a:pPr>
            <a:r>
              <a:rPr lang="en-GB" dirty="0"/>
              <a:t>Feelings of worthlessness or excessive/inappropriate guilt</a:t>
            </a:r>
            <a:endParaRPr lang="en-GB" dirty="0"/>
          </a:p>
          <a:p>
            <a:pPr marL="457200" indent="-457200">
              <a:buFont typeface="+mj-lt"/>
              <a:buAutoNum type="arabicPeriod"/>
            </a:pPr>
            <a:r>
              <a:rPr lang="en-GB" dirty="0"/>
              <a:t>Reduced ability to think, concentrate, or make decisions</a:t>
            </a:r>
            <a:endParaRPr lang="en-GB" dirty="0"/>
          </a:p>
          <a:p>
            <a:pPr marL="457200" indent="-457200">
              <a:buFont typeface="+mj-lt"/>
              <a:buAutoNum type="arabicPeriod"/>
            </a:pPr>
            <a:r>
              <a:rPr lang="en-GB" dirty="0"/>
              <a:t>Recurrent thoughts of death, suicidal ideation, or suicide attempt</a:t>
            </a:r>
            <a:endParaRPr lang="en-GB" dirty="0"/>
          </a:p>
          <a:p>
            <a:r>
              <a:rPr lang="en-GB" dirty="0"/>
              <a:t>The symptoms cause </a:t>
            </a:r>
            <a:r>
              <a:rPr lang="en-GB" b="1" dirty="0"/>
              <a:t>clinically significant distress</a:t>
            </a:r>
            <a:r>
              <a:rPr lang="en-GB" dirty="0"/>
              <a:t> or impairment in social, occupational, or other important areas of functioning.</a:t>
            </a:r>
            <a:endParaRPr lang="en-GB" dirty="0"/>
          </a:p>
          <a:p>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1" y="770889"/>
            <a:ext cx="4133560" cy="3395469"/>
          </a:xfrm>
        </p:spPr>
        <p:txBody>
          <a:bodyPr>
            <a:normAutofit/>
          </a:bodyPr>
          <a:lstStyle/>
          <a:p>
            <a:r>
              <a:rPr lang="en-GB" dirty="0"/>
              <a:t>Anxiety disorders</a:t>
            </a:r>
            <a:endParaRPr lang="en-GB" dirty="0"/>
          </a:p>
        </p:txBody>
      </p:sp>
      <p:cxnSp>
        <p:nvCxnSpPr>
          <p:cNvPr id="34" name="Straight Connector 33"/>
          <p:cNvCxnSpPr>
            <a:cxnSpLocks noGrp="1" noRot="1" noChangeAspect="1" noMove="1" noResize="1" noEditPoints="1" noAdjustHandles="1" noChangeArrowheads="1" noChangeShapeType="1"/>
          </p:cNvCxnSpPr>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1" name="Content Placeholder 2"/>
          <p:cNvGraphicFramePr>
            <a:graphicFrameLocks noGrp="1"/>
          </p:cNvGraphicFramePr>
          <p:nvPr>
            <p:ph idx="1"/>
          </p:nvPr>
        </p:nvGraphicFramePr>
        <p:xfrm>
          <a:off x="5316278" y="809039"/>
          <a:ext cx="6104761" cy="546417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Separation anxiety disorder</a:t>
            </a:r>
            <a:endParaRPr lang="en-GB" dirty="0"/>
          </a:p>
        </p:txBody>
      </p:sp>
      <p:sp>
        <p:nvSpPr>
          <p:cNvPr id="3" name="Content Placeholder 2"/>
          <p:cNvSpPr>
            <a:spLocks noGrp="1"/>
          </p:cNvSpPr>
          <p:nvPr>
            <p:ph idx="1"/>
          </p:nvPr>
        </p:nvSpPr>
        <p:spPr/>
        <p:txBody>
          <a:bodyPr/>
          <a:lstStyle/>
          <a:p>
            <a:r>
              <a:rPr lang="en-GB" dirty="0"/>
              <a:t>Characterized by excessive fear or distress about being separated from major attachment figures. </a:t>
            </a:r>
            <a:endParaRPr lang="en-GB" dirty="0"/>
          </a:p>
          <a:p>
            <a:r>
              <a:rPr lang="en-GB" dirty="0"/>
              <a:t>Symptoms may include persistent worry about harm happening to them, reluctance to leave home, nightmares about separation, or physical complaints when separation is anticipated.</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Selective mutism</a:t>
            </a:r>
            <a:endParaRPr lang="en-GB" dirty="0"/>
          </a:p>
        </p:txBody>
      </p:sp>
      <p:sp>
        <p:nvSpPr>
          <p:cNvPr id="3" name="Content Placeholder 2"/>
          <p:cNvSpPr>
            <a:spLocks noGrp="1"/>
          </p:cNvSpPr>
          <p:nvPr>
            <p:ph idx="1"/>
          </p:nvPr>
        </p:nvSpPr>
        <p:spPr/>
        <p:txBody>
          <a:bodyPr/>
          <a:lstStyle/>
          <a:p>
            <a:r>
              <a:rPr lang="en-GB" dirty="0"/>
              <a:t>Marked by a consistent failure to speak in specific social situations (e.g., school) despite speaking normally in other settings.</a:t>
            </a:r>
            <a:endParaRPr lang="en-GB" dirty="0"/>
          </a:p>
          <a:p>
            <a:r>
              <a:rPr lang="en-GB" dirty="0"/>
              <a:t>Not due to lack of language knowledge, developmental delay, or other communication disorders. Often associated with social anxiety.</a:t>
            </a: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Specific phobia</a:t>
            </a:r>
            <a:endParaRPr lang="en-GB" dirty="0"/>
          </a:p>
        </p:txBody>
      </p:sp>
      <p:sp>
        <p:nvSpPr>
          <p:cNvPr id="3" name="Content Placeholder 2"/>
          <p:cNvSpPr>
            <a:spLocks noGrp="1"/>
          </p:cNvSpPr>
          <p:nvPr>
            <p:ph idx="1"/>
          </p:nvPr>
        </p:nvSpPr>
        <p:spPr/>
        <p:txBody>
          <a:bodyPr/>
          <a:lstStyle/>
          <a:p>
            <a:r>
              <a:rPr lang="en-GB" dirty="0"/>
              <a:t>Involves intense fear or anxiety triggered by a specific object or situation (such as claustrophobia, animals, heights, flying, blood/injection/injury, etc.).</a:t>
            </a:r>
            <a:endParaRPr lang="en-GB" dirty="0"/>
          </a:p>
          <a:p>
            <a:r>
              <a:rPr lang="en-GB" dirty="0"/>
              <a:t>Exposure nearly always provokes anxiety, leading to avoidance or enduring with intense distress.</a:t>
            </a:r>
            <a:endParaRPr lang="en-GB" dirty="0"/>
          </a:p>
          <a:p>
            <a:r>
              <a:rPr lang="en-GB" dirty="0"/>
              <a:t>Fear is excessive relative to actual danger.</a:t>
            </a:r>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Social anxiety disorder</a:t>
            </a:r>
            <a:endParaRPr lang="en-GB" dirty="0"/>
          </a:p>
        </p:txBody>
      </p:sp>
      <p:sp>
        <p:nvSpPr>
          <p:cNvPr id="3" name="Content Placeholder 2"/>
          <p:cNvSpPr>
            <a:spLocks noGrp="1"/>
          </p:cNvSpPr>
          <p:nvPr>
            <p:ph idx="1"/>
          </p:nvPr>
        </p:nvSpPr>
        <p:spPr/>
        <p:txBody>
          <a:bodyPr/>
          <a:lstStyle/>
          <a:p>
            <a:r>
              <a:rPr lang="en-GB" dirty="0"/>
              <a:t>A persistent fear of social situations where one may be judged, embarrassed, or scrutinized.</a:t>
            </a:r>
            <a:endParaRPr lang="en-GB" dirty="0"/>
          </a:p>
          <a:p>
            <a:r>
              <a:rPr lang="en-GB" dirty="0"/>
              <a:t>Common triggers include conversations, meeting new people, public speaking, or eating in front of others.</a:t>
            </a:r>
            <a:endParaRPr lang="en-GB" dirty="0"/>
          </a:p>
          <a:p>
            <a:r>
              <a:rPr lang="en-GB" dirty="0"/>
              <a:t>Leads to avoidance or intense distress and interferes with functioning.</a:t>
            </a:r>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Panic disorder</a:t>
            </a:r>
            <a:endParaRPr lang="en-GB" dirty="0"/>
          </a:p>
        </p:txBody>
      </p:sp>
      <p:sp>
        <p:nvSpPr>
          <p:cNvPr id="3" name="Content Placeholder 2"/>
          <p:cNvSpPr>
            <a:spLocks noGrp="1"/>
          </p:cNvSpPr>
          <p:nvPr>
            <p:ph idx="1"/>
          </p:nvPr>
        </p:nvSpPr>
        <p:spPr/>
        <p:txBody>
          <a:bodyPr/>
          <a:lstStyle/>
          <a:p>
            <a:r>
              <a:rPr lang="en-GB" dirty="0"/>
              <a:t>Defined by recurrent, unexpected panic attacks, along with persistent worry about additional attacks or their consequences, and/or significant maladaptive behaviour changes (e.g., avoidance).</a:t>
            </a:r>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Agoraphobia </a:t>
            </a:r>
            <a:endParaRPr lang="en-GB" dirty="0"/>
          </a:p>
        </p:txBody>
      </p:sp>
      <p:sp>
        <p:nvSpPr>
          <p:cNvPr id="3" name="Content Placeholder 2"/>
          <p:cNvSpPr>
            <a:spLocks noGrp="1"/>
          </p:cNvSpPr>
          <p:nvPr>
            <p:ph idx="1"/>
          </p:nvPr>
        </p:nvSpPr>
        <p:spPr/>
        <p:txBody>
          <a:bodyPr>
            <a:normAutofit/>
          </a:bodyPr>
          <a:lstStyle/>
          <a:p>
            <a:r>
              <a:rPr lang="en-GB" dirty="0"/>
              <a:t>Fear or anxiety about being in situations where escape might be difficult or help unavailable in case of panic-like symptoms.</a:t>
            </a:r>
            <a:endParaRPr lang="en-GB" dirty="0"/>
          </a:p>
          <a:p>
            <a:r>
              <a:rPr lang="en-GB" dirty="0"/>
              <a:t>Common situations: public transportation, open spaces, enclosed places, crowds, or being outside the home alone.</a:t>
            </a:r>
            <a:endParaRPr lang="en-GB" dirty="0"/>
          </a:p>
          <a:p>
            <a:r>
              <a:rPr lang="en-GB" dirty="0"/>
              <a:t>People may avoid these situations or need a companion.</a:t>
            </a:r>
            <a:endParaRPr lang="en-GB" dirty="0"/>
          </a:p>
          <a:p>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Generalized anxiety disorder</a:t>
            </a:r>
            <a:endParaRPr lang="en-GB" dirty="0"/>
          </a:p>
        </p:txBody>
      </p:sp>
      <p:sp>
        <p:nvSpPr>
          <p:cNvPr id="3" name="Content Placeholder 2"/>
          <p:cNvSpPr>
            <a:spLocks noGrp="1"/>
          </p:cNvSpPr>
          <p:nvPr>
            <p:ph idx="1"/>
          </p:nvPr>
        </p:nvSpPr>
        <p:spPr/>
        <p:txBody>
          <a:bodyPr/>
          <a:lstStyle/>
          <a:p>
            <a:r>
              <a:rPr lang="en-GB" dirty="0"/>
              <a:t>Chronic, excessive worry about multiple areas of life (work, health, finances, family, etc.) occurring more days than not for at least 6 months.</a:t>
            </a:r>
            <a:endParaRPr lang="en-GB" dirty="0"/>
          </a:p>
          <a:p>
            <a:r>
              <a:rPr lang="en-GB" dirty="0"/>
              <a:t>The person cannot pinpoint the source of anxiety.</a:t>
            </a:r>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1" y="770889"/>
            <a:ext cx="4133560" cy="3395469"/>
          </a:xfrm>
        </p:spPr>
        <p:txBody>
          <a:bodyPr>
            <a:normAutofit/>
          </a:bodyPr>
          <a:lstStyle/>
          <a:p>
            <a:r>
              <a:rPr lang="en-GB" dirty="0"/>
              <a:t>Obsessive-compulsive and related disorders</a:t>
            </a:r>
            <a:endParaRPr lang="en-GB" dirty="0"/>
          </a:p>
        </p:txBody>
      </p:sp>
      <p:cxnSp>
        <p:nvCxnSpPr>
          <p:cNvPr id="12" name="Straight Connector 11"/>
          <p:cNvCxnSpPr>
            <a:cxnSpLocks noGrp="1" noRot="1" noChangeAspect="1" noMove="1" noResize="1" noEditPoints="1" noAdjustHandles="1" noChangeArrowheads="1" noChangeShapeType="1"/>
          </p:cNvCxnSpPr>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p:cNvGraphicFramePr>
            <a:graphicFrameLocks noGrp="1"/>
          </p:cNvGraphicFramePr>
          <p:nvPr>
            <p:ph idx="1"/>
          </p:nvPr>
        </p:nvGraphicFramePr>
        <p:xfrm>
          <a:off x="5316278" y="809039"/>
          <a:ext cx="6104761" cy="546417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Obsessive-compulsive disorder</a:t>
            </a:r>
            <a:endParaRPr lang="en-GB" dirty="0"/>
          </a:p>
        </p:txBody>
      </p:sp>
      <p:sp>
        <p:nvSpPr>
          <p:cNvPr id="3" name="Content Placeholder 2"/>
          <p:cNvSpPr>
            <a:spLocks noGrp="1"/>
          </p:cNvSpPr>
          <p:nvPr>
            <p:ph idx="1"/>
          </p:nvPr>
        </p:nvSpPr>
        <p:spPr>
          <a:xfrm>
            <a:off x="565150" y="2160016"/>
            <a:ext cx="10130224" cy="3601212"/>
          </a:xfrm>
        </p:spPr>
        <p:txBody>
          <a:bodyPr>
            <a:normAutofit fontScale="92500" lnSpcReduction="10000"/>
          </a:bodyPr>
          <a:lstStyle/>
          <a:p>
            <a:r>
              <a:rPr lang="en-GB" dirty="0"/>
              <a:t>A condition involving obsessions, compulsions, or both.</a:t>
            </a:r>
            <a:endParaRPr lang="en-GB" dirty="0"/>
          </a:p>
          <a:p>
            <a:r>
              <a:rPr lang="en-GB" b="1" dirty="0"/>
              <a:t>Obsessions: </a:t>
            </a:r>
            <a:r>
              <a:rPr lang="en-GB" dirty="0"/>
              <a:t>intrusive, unwanted thoughts, urges, or images that cause anxiety.</a:t>
            </a:r>
            <a:endParaRPr lang="en-GB" dirty="0"/>
          </a:p>
          <a:p>
            <a:r>
              <a:rPr lang="en-GB" b="1" dirty="0"/>
              <a:t>Compulsions:</a:t>
            </a:r>
            <a:r>
              <a:rPr lang="en-GB" dirty="0"/>
              <a:t> repetitive behaviours or mental acts performed to neutralize the anxiety or prevent a feared event.</a:t>
            </a:r>
            <a:endParaRPr lang="en-GB" dirty="0"/>
          </a:p>
          <a:p>
            <a:r>
              <a:rPr lang="en-GB" dirty="0"/>
              <a:t>Symptoms are time-consuming or impair functioning.</a:t>
            </a:r>
            <a:endParaRPr lang="en-GB" dirty="0"/>
          </a:p>
          <a:p>
            <a:r>
              <a:rPr lang="en-GB" dirty="0"/>
              <a:t>The person recognizes the thoughts/behaviours as excessive, though insight can vary.</a:t>
            </a:r>
            <a:endParaRPr lang="en-GB" dirty="0"/>
          </a:p>
          <a:p>
            <a:r>
              <a:rPr lang="en-GB" dirty="0"/>
              <a:t>E.g. cleaning, checking, symmetry etc. </a:t>
            </a:r>
            <a:endParaRPr lang="en-GB" dirty="0"/>
          </a:p>
          <a:p>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10130224" cy="1268984"/>
          </a:xfrm>
        </p:spPr>
        <p:txBody>
          <a:bodyPr>
            <a:normAutofit/>
          </a:bodyPr>
          <a:lstStyle/>
          <a:p>
            <a:r>
              <a:rPr lang="en-GB" dirty="0"/>
              <a:t>Body dysmorphic disorder</a:t>
            </a:r>
            <a:endParaRPr lang="en-GB" dirty="0"/>
          </a:p>
        </p:txBody>
      </p:sp>
      <p:sp>
        <p:nvSpPr>
          <p:cNvPr id="3" name="Content Placeholder 2"/>
          <p:cNvSpPr>
            <a:spLocks noGrp="1"/>
          </p:cNvSpPr>
          <p:nvPr>
            <p:ph idx="1"/>
          </p:nvPr>
        </p:nvSpPr>
        <p:spPr>
          <a:xfrm>
            <a:off x="565150" y="2160016"/>
            <a:ext cx="10130224" cy="3601212"/>
          </a:xfrm>
        </p:spPr>
        <p:txBody>
          <a:bodyPr>
            <a:normAutofit/>
          </a:bodyPr>
          <a:lstStyle/>
          <a:p>
            <a:r>
              <a:rPr lang="en-GB" dirty="0"/>
              <a:t>Characterized by a preoccupation with perceived defects or flaws in physical appearance that are minor or not observable to others.</a:t>
            </a:r>
            <a:endParaRPr lang="en-GB" dirty="0"/>
          </a:p>
          <a:p>
            <a:r>
              <a:rPr lang="en-GB" dirty="0"/>
              <a:t>Individuals engage in repetitive behaviours (e.g., mirror checking, excessive grooming, skin picking) or mental acts (comparing appearance to others).</a:t>
            </a:r>
            <a:endParaRPr lang="en-GB" dirty="0"/>
          </a:p>
          <a:p>
            <a:r>
              <a:rPr lang="en-GB" dirty="0"/>
              <a:t>Causes significant distress or impairment; may involve muscle dysmorphia.</a:t>
            </a:r>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Hoarding disorder</a:t>
            </a:r>
            <a:endParaRPr lang="en-GB" dirty="0"/>
          </a:p>
        </p:txBody>
      </p:sp>
      <p:sp>
        <p:nvSpPr>
          <p:cNvPr id="3" name="Content Placeholder 2"/>
          <p:cNvSpPr>
            <a:spLocks noGrp="1"/>
          </p:cNvSpPr>
          <p:nvPr>
            <p:ph idx="1"/>
          </p:nvPr>
        </p:nvSpPr>
        <p:spPr>
          <a:xfrm>
            <a:off x="565150" y="2160016"/>
            <a:ext cx="10130224" cy="3601212"/>
          </a:xfrm>
        </p:spPr>
        <p:txBody>
          <a:bodyPr>
            <a:normAutofit/>
          </a:bodyPr>
          <a:lstStyle/>
          <a:p>
            <a:r>
              <a:rPr lang="en-GB" dirty="0"/>
              <a:t>Marked by persistent difficulty discarding or parting with possessions, regardless of actual value.</a:t>
            </a:r>
            <a:endParaRPr lang="en-GB" dirty="0"/>
          </a:p>
          <a:p>
            <a:r>
              <a:rPr lang="en-GB" dirty="0"/>
              <a:t>This leads to accumulation of clutter that congests living areas and compromises use of space.</a:t>
            </a:r>
            <a:endParaRPr lang="en-GB" dirty="0"/>
          </a:p>
          <a:p>
            <a:r>
              <a:rPr lang="en-GB" dirty="0"/>
              <a:t>Attempts to discard items cause significant distress.</a:t>
            </a:r>
            <a:endParaRPr lang="en-GB" dirty="0"/>
          </a:p>
          <a:p>
            <a:r>
              <a:rPr lang="en-GB" dirty="0"/>
              <a:t>Not explained by lack of space or poverty.</a:t>
            </a:r>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10130224" cy="1268984"/>
          </a:xfrm>
        </p:spPr>
        <p:txBody>
          <a:bodyPr>
            <a:normAutofit/>
          </a:bodyPr>
          <a:lstStyle/>
          <a:p>
            <a:r>
              <a:rPr lang="en-GB" dirty="0"/>
              <a:t>Trichotillomania (Hair-Pulling Disorder)</a:t>
            </a:r>
            <a:endParaRPr lang="en-GB" dirty="0"/>
          </a:p>
        </p:txBody>
      </p:sp>
      <p:sp>
        <p:nvSpPr>
          <p:cNvPr id="3" name="Content Placeholder 2"/>
          <p:cNvSpPr>
            <a:spLocks noGrp="1"/>
          </p:cNvSpPr>
          <p:nvPr>
            <p:ph idx="1"/>
          </p:nvPr>
        </p:nvSpPr>
        <p:spPr>
          <a:xfrm>
            <a:off x="565150" y="2160016"/>
            <a:ext cx="10130224" cy="3601212"/>
          </a:xfrm>
        </p:spPr>
        <p:txBody>
          <a:bodyPr>
            <a:normAutofit/>
          </a:bodyPr>
          <a:lstStyle/>
          <a:p>
            <a:r>
              <a:rPr lang="en-GB" dirty="0"/>
              <a:t>Recurrent pulling out of one’s hair, leading to noticeable hair loss.</a:t>
            </a:r>
            <a:endParaRPr lang="en-GB" dirty="0"/>
          </a:p>
          <a:p>
            <a:r>
              <a:rPr lang="en-GB" dirty="0"/>
              <a:t>Individuals have repeated attempts to decrease or stop the behaviour.</a:t>
            </a:r>
            <a:endParaRPr lang="en-GB" dirty="0"/>
          </a:p>
          <a:p>
            <a:r>
              <a:rPr lang="en-GB" dirty="0"/>
              <a:t>Often linked to tension before pulling and relief afterward, though this pattern can vary.</a:t>
            </a:r>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Excoriation (Skin-Picking) Disorder</a:t>
            </a:r>
            <a:endParaRPr lang="en-GB" dirty="0"/>
          </a:p>
        </p:txBody>
      </p:sp>
      <p:sp>
        <p:nvSpPr>
          <p:cNvPr id="3" name="Content Placeholder 2"/>
          <p:cNvSpPr>
            <a:spLocks noGrp="1"/>
          </p:cNvSpPr>
          <p:nvPr>
            <p:ph idx="1"/>
          </p:nvPr>
        </p:nvSpPr>
        <p:spPr>
          <a:xfrm>
            <a:off x="565150" y="2160016"/>
            <a:ext cx="10130224" cy="3601212"/>
          </a:xfrm>
        </p:spPr>
        <p:txBody>
          <a:bodyPr>
            <a:normAutofit/>
          </a:bodyPr>
          <a:lstStyle/>
          <a:p>
            <a:r>
              <a:rPr lang="en-GB" dirty="0"/>
              <a:t>Recurrent skin picking that results in skin lesions.</a:t>
            </a:r>
            <a:endParaRPr lang="en-GB" dirty="0"/>
          </a:p>
          <a:p>
            <a:r>
              <a:rPr lang="en-GB" dirty="0"/>
              <a:t>Repeated efforts are made to reduce or stop picking.</a:t>
            </a:r>
            <a:endParaRPr lang="en-GB" dirty="0"/>
          </a:p>
          <a:p>
            <a:r>
              <a:rPr lang="en-GB" dirty="0"/>
              <a:t>Leads to distress, medical complications, or impairment in social or occupational functioning.</a:t>
            </a:r>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1" y="770889"/>
            <a:ext cx="4133560" cy="3395469"/>
          </a:xfrm>
        </p:spPr>
        <p:txBody>
          <a:bodyPr>
            <a:normAutofit/>
          </a:bodyPr>
          <a:lstStyle/>
          <a:p>
            <a:r>
              <a:rPr lang="en-GB" dirty="0"/>
              <a:t>Depressive and Bipolar disorders</a:t>
            </a:r>
            <a:endParaRPr lang="en-GB" dirty="0"/>
          </a:p>
        </p:txBody>
      </p:sp>
      <p:graphicFrame>
        <p:nvGraphicFramePr>
          <p:cNvPr id="5" name="Content Placeholder 2"/>
          <p:cNvGraphicFramePr>
            <a:graphicFrameLocks noGrp="1"/>
          </p:cNvGraphicFramePr>
          <p:nvPr>
            <p:ph idx="1"/>
          </p:nvPr>
        </p:nvGraphicFramePr>
        <p:xfrm>
          <a:off x="5316278" y="809039"/>
          <a:ext cx="6104761" cy="546417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Major Depressive Disorder</a:t>
            </a:r>
            <a:endParaRPr lang="en-GB" dirty="0"/>
          </a:p>
        </p:txBody>
      </p:sp>
      <p:sp>
        <p:nvSpPr>
          <p:cNvPr id="3" name="Content Placeholder 2"/>
          <p:cNvSpPr>
            <a:spLocks noGrp="1"/>
          </p:cNvSpPr>
          <p:nvPr>
            <p:ph idx="1"/>
          </p:nvPr>
        </p:nvSpPr>
        <p:spPr>
          <a:xfrm>
            <a:off x="565150" y="2160016"/>
            <a:ext cx="10130224" cy="3601212"/>
          </a:xfrm>
        </p:spPr>
        <p:txBody>
          <a:bodyPr>
            <a:normAutofit/>
          </a:bodyPr>
          <a:lstStyle/>
          <a:p>
            <a:r>
              <a:rPr lang="en-GB" dirty="0"/>
              <a:t>A condition marked by persistent depressed mood or loss of interest, along with other symptoms such as changes in sleep, appetite, energy, concentration, or thoughts of self-harm. </a:t>
            </a:r>
            <a:endParaRPr lang="en-GB" dirty="0"/>
          </a:p>
          <a:p>
            <a:r>
              <a:rPr lang="en-GB" dirty="0"/>
              <a:t>Symptoms last at least </a:t>
            </a:r>
            <a:r>
              <a:rPr lang="en-GB" b="1" dirty="0"/>
              <a:t>2 weeks </a:t>
            </a:r>
            <a:r>
              <a:rPr lang="en-GB" dirty="0"/>
              <a:t>and cause significant distress or impairment.</a:t>
            </a:r>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10130224" cy="1268984"/>
          </a:xfrm>
        </p:spPr>
        <p:txBody>
          <a:bodyPr>
            <a:normAutofit/>
          </a:bodyPr>
          <a:lstStyle/>
          <a:p>
            <a:r>
              <a:rPr lang="en-GB" dirty="0"/>
              <a:t>Persistent Depressive Disorder</a:t>
            </a:r>
            <a:endParaRPr lang="en-GB" dirty="0"/>
          </a:p>
        </p:txBody>
      </p:sp>
      <p:sp>
        <p:nvSpPr>
          <p:cNvPr id="3" name="Content Placeholder 2"/>
          <p:cNvSpPr>
            <a:spLocks noGrp="1"/>
          </p:cNvSpPr>
          <p:nvPr>
            <p:ph idx="1"/>
          </p:nvPr>
        </p:nvSpPr>
        <p:spPr>
          <a:xfrm>
            <a:off x="565150" y="2160016"/>
            <a:ext cx="10130224" cy="3601212"/>
          </a:xfrm>
        </p:spPr>
        <p:txBody>
          <a:bodyPr>
            <a:normAutofit/>
          </a:bodyPr>
          <a:lstStyle/>
          <a:p>
            <a:r>
              <a:rPr lang="en-GB" dirty="0"/>
              <a:t>A chronic, long-lasting form of depression with a low mood that persists for </a:t>
            </a:r>
            <a:r>
              <a:rPr lang="en-GB" b="1" dirty="0"/>
              <a:t>2 years or more </a:t>
            </a:r>
            <a:r>
              <a:rPr lang="en-GB" dirty="0"/>
              <a:t>(1 year in children/adolescents).</a:t>
            </a:r>
            <a:endParaRPr lang="en-GB" dirty="0"/>
          </a:p>
          <a:p>
            <a:r>
              <a:rPr lang="en-GB" dirty="0"/>
              <a:t>Symptoms are less severe than MDD but more enduring, often with low energy, poor self-esteem, and hopelessness.</a:t>
            </a: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Bipolar I</a:t>
            </a:r>
            <a:endParaRPr lang="en-GB" dirty="0"/>
          </a:p>
        </p:txBody>
      </p:sp>
      <p:sp>
        <p:nvSpPr>
          <p:cNvPr id="3" name="Content Placeholder 2"/>
          <p:cNvSpPr>
            <a:spLocks noGrp="1"/>
          </p:cNvSpPr>
          <p:nvPr>
            <p:ph idx="1"/>
          </p:nvPr>
        </p:nvSpPr>
        <p:spPr>
          <a:xfrm>
            <a:off x="565150" y="2160016"/>
            <a:ext cx="10130224" cy="3601212"/>
          </a:xfrm>
        </p:spPr>
        <p:txBody>
          <a:bodyPr>
            <a:normAutofit/>
          </a:bodyPr>
          <a:lstStyle/>
          <a:p>
            <a:r>
              <a:rPr lang="en-GB" dirty="0"/>
              <a:t>Defined by at least one </a:t>
            </a:r>
            <a:r>
              <a:rPr lang="en-GB" b="1" dirty="0"/>
              <a:t>manic episode</a:t>
            </a:r>
            <a:r>
              <a:rPr lang="en-GB" dirty="0"/>
              <a:t>, which is a period of abnormally elevated, expansive, or irritable mood with increased energy and impaired functioning. </a:t>
            </a:r>
            <a:endParaRPr lang="en-GB" dirty="0"/>
          </a:p>
          <a:p>
            <a:r>
              <a:rPr lang="en-GB" dirty="0"/>
              <a:t>Depressive episodes often occur but are </a:t>
            </a:r>
            <a:r>
              <a:rPr lang="en-GB" b="1" dirty="0"/>
              <a:t>not required</a:t>
            </a:r>
            <a:r>
              <a:rPr lang="en-GB" dirty="0"/>
              <a:t> for diagnosis.</a:t>
            </a:r>
            <a:endParaRPr lang="en-GB" dirty="0"/>
          </a:p>
          <a:p>
            <a:r>
              <a:rPr lang="en-GB" dirty="0"/>
              <a:t>Causes </a:t>
            </a:r>
            <a:r>
              <a:rPr lang="en-GB" b="1" dirty="0"/>
              <a:t>marked impairment</a:t>
            </a:r>
            <a:r>
              <a:rPr lang="en-GB" dirty="0"/>
              <a:t>, may include psychosis, or require hospitalization.</a:t>
            </a:r>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10130224" cy="1268984"/>
          </a:xfrm>
        </p:spPr>
        <p:txBody>
          <a:bodyPr>
            <a:normAutofit/>
          </a:bodyPr>
          <a:lstStyle/>
          <a:p>
            <a:r>
              <a:rPr lang="en-GB" dirty="0"/>
              <a:t>Bipolar II</a:t>
            </a:r>
            <a:endParaRPr lang="en-GB" dirty="0"/>
          </a:p>
        </p:txBody>
      </p:sp>
      <p:sp>
        <p:nvSpPr>
          <p:cNvPr id="3" name="Content Placeholder 2"/>
          <p:cNvSpPr>
            <a:spLocks noGrp="1"/>
          </p:cNvSpPr>
          <p:nvPr>
            <p:ph idx="1"/>
          </p:nvPr>
        </p:nvSpPr>
        <p:spPr>
          <a:xfrm>
            <a:off x="565150" y="2160016"/>
            <a:ext cx="10130224" cy="3601212"/>
          </a:xfrm>
        </p:spPr>
        <p:txBody>
          <a:bodyPr>
            <a:normAutofit/>
          </a:bodyPr>
          <a:lstStyle/>
          <a:p>
            <a:r>
              <a:rPr lang="en-GB" dirty="0"/>
              <a:t>Characterized by recurring </a:t>
            </a:r>
            <a:r>
              <a:rPr lang="en-GB" b="1" dirty="0"/>
              <a:t>hypomanic episodes</a:t>
            </a:r>
            <a:r>
              <a:rPr lang="en-GB" dirty="0"/>
              <a:t> (a milder form of mania that does not cause severe impairment) and </a:t>
            </a:r>
            <a:r>
              <a:rPr lang="en-GB" b="1" dirty="0"/>
              <a:t>major depressive episodes</a:t>
            </a:r>
            <a:r>
              <a:rPr lang="en-GB" dirty="0"/>
              <a:t>. </a:t>
            </a:r>
            <a:endParaRPr lang="en-GB" dirty="0"/>
          </a:p>
          <a:p>
            <a:r>
              <a:rPr lang="en-GB" dirty="0"/>
              <a:t>No history of full manic episodes.</a:t>
            </a:r>
            <a:endParaRPr lang="en-GB" dirty="0"/>
          </a:p>
          <a:p>
            <a:r>
              <a:rPr lang="en-GB" b="1" dirty="0"/>
              <a:t>No marked impairment</a:t>
            </a:r>
            <a:r>
              <a:rPr lang="en-GB" dirty="0"/>
              <a:t>, no psychosis, and no hospitalization due to hypomania.</a:t>
            </a:r>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1" y="770889"/>
            <a:ext cx="4133560" cy="3395469"/>
          </a:xfrm>
        </p:spPr>
        <p:txBody>
          <a:bodyPr>
            <a:normAutofit/>
          </a:bodyPr>
          <a:lstStyle/>
          <a:p>
            <a:r>
              <a:rPr lang="en-GB" dirty="0"/>
              <a:t>Schizophrenia spectrum</a:t>
            </a:r>
            <a:endParaRPr lang="en-GB" dirty="0"/>
          </a:p>
        </p:txBody>
      </p:sp>
      <p:graphicFrame>
        <p:nvGraphicFramePr>
          <p:cNvPr id="5" name="Content Placeholder 2"/>
          <p:cNvGraphicFramePr>
            <a:graphicFrameLocks noGrp="1"/>
          </p:cNvGraphicFramePr>
          <p:nvPr>
            <p:ph idx="1"/>
          </p:nvPr>
        </p:nvGraphicFramePr>
        <p:xfrm>
          <a:off x="5316278" y="809039"/>
          <a:ext cx="6104761" cy="546417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9198761" cy="1268984"/>
          </a:xfrm>
        </p:spPr>
        <p:txBody>
          <a:bodyPr>
            <a:normAutofit/>
          </a:bodyPr>
          <a:lstStyle/>
          <a:p>
            <a:r>
              <a:rPr lang="en-GB" dirty="0"/>
              <a:t>Schizophrenia</a:t>
            </a:r>
            <a:endParaRPr lang="en-GB" dirty="0"/>
          </a:p>
        </p:txBody>
      </p:sp>
      <p:sp>
        <p:nvSpPr>
          <p:cNvPr id="3" name="Content Placeholder 2"/>
          <p:cNvSpPr>
            <a:spLocks noGrp="1"/>
          </p:cNvSpPr>
          <p:nvPr>
            <p:ph idx="1"/>
          </p:nvPr>
        </p:nvSpPr>
        <p:spPr>
          <a:xfrm>
            <a:off x="565150" y="2160016"/>
            <a:ext cx="9198761" cy="3601212"/>
          </a:xfrm>
        </p:spPr>
        <p:txBody>
          <a:bodyPr>
            <a:normAutofit/>
          </a:bodyPr>
          <a:lstStyle/>
          <a:p>
            <a:r>
              <a:rPr lang="en-GB" dirty="0"/>
              <a:t>A chronic disorder with persistent psychotic symptoms (delusions, hallucinations, disorganized speech/behaviour, negative symptoms) lasting </a:t>
            </a:r>
            <a:r>
              <a:rPr lang="en-GB" b="1" dirty="0"/>
              <a:t>≥6 months</a:t>
            </a:r>
            <a:r>
              <a:rPr lang="en-GB" dirty="0"/>
              <a:t>, with significant decline in functioning.</a:t>
            </a:r>
            <a:endParaRPr lang="en-GB" dirty="0"/>
          </a:p>
          <a:p>
            <a:r>
              <a:rPr lang="en-GB" dirty="0"/>
              <a:t>Symptoms tend to be long-term and disabling without treatment.</a:t>
            </a:r>
            <a:endParaRPr lang="en-GB" dirty="0"/>
          </a:p>
        </p:txBody>
      </p:sp>
      <p:cxnSp>
        <p:nvCxnSpPr>
          <p:cNvPr id="10" name="Straight Connector 9"/>
          <p:cNvCxnSpPr>
            <a:cxnSpLocks noGrp="1" noRot="1" noChangeAspect="1" noMove="1" noResize="1" noEditPoints="1" noAdjustHandles="1" noChangeArrowheads="1" noChangeShapeType="1"/>
          </p:cNvCxnSpPr>
          <p:nvPr/>
        </p:nvCxnSpPr>
        <p:spPr>
          <a:xfrm>
            <a:off x="565150" y="6087110"/>
            <a:ext cx="919876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p:cNvGrpSpPr>
            <a:grpSpLocks noGrp="1" noRot="1" noChangeAspect="1" noMove="1" noResize="1" noUngrp="1"/>
          </p:cNvGrpSpPr>
          <p:nvPr/>
        </p:nvGrpSpPr>
        <p:grpSpPr>
          <a:xfrm>
            <a:off x="10290315" y="0"/>
            <a:ext cx="1901686" cy="6858000"/>
            <a:chOff x="10290315" y="0"/>
            <a:chExt cx="1901686" cy="6858000"/>
          </a:xfrm>
        </p:grpSpPr>
        <p:sp>
          <p:nvSpPr>
            <p:cNvPr id="13" name="Oval 12"/>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4"/>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25"/>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26"/>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27"/>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28"/>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29"/>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9198761" cy="1268984"/>
          </a:xfrm>
        </p:spPr>
        <p:txBody>
          <a:bodyPr>
            <a:normAutofit/>
          </a:bodyPr>
          <a:lstStyle/>
          <a:p>
            <a:pPr>
              <a:lnSpc>
                <a:spcPct val="90000"/>
              </a:lnSpc>
            </a:pPr>
            <a:r>
              <a:rPr lang="en-GB" dirty="0"/>
              <a:t>Psychotic symptoms in schizophrenia</a:t>
            </a:r>
            <a:endParaRPr lang="en-GB" dirty="0"/>
          </a:p>
        </p:txBody>
      </p:sp>
      <p:sp>
        <p:nvSpPr>
          <p:cNvPr id="3" name="Content Placeholder 2"/>
          <p:cNvSpPr>
            <a:spLocks noGrp="1"/>
          </p:cNvSpPr>
          <p:nvPr>
            <p:ph idx="1"/>
          </p:nvPr>
        </p:nvSpPr>
        <p:spPr>
          <a:xfrm>
            <a:off x="565150" y="2160016"/>
            <a:ext cx="9198761" cy="3601212"/>
          </a:xfrm>
        </p:spPr>
        <p:txBody>
          <a:bodyPr>
            <a:normAutofit fontScale="85000"/>
          </a:bodyPr>
          <a:lstStyle/>
          <a:p>
            <a:pPr>
              <a:lnSpc>
                <a:spcPct val="90000"/>
              </a:lnSpc>
              <a:buClr>
                <a:schemeClr val="accent2"/>
              </a:buClr>
              <a:buSzPct val="60000"/>
              <a:buFont typeface="Wingdings" panose="05000000000000000000" pitchFamily="2" charset="2"/>
            </a:pPr>
            <a:r>
              <a:rPr lang="en-US" altLang="en-US" sz="2800" u="sng" dirty="0"/>
              <a:t>Delusions:</a:t>
            </a:r>
            <a:r>
              <a:rPr lang="en-US" altLang="en-US" sz="2800" dirty="0"/>
              <a:t> false beliefs that are sustained in the face of evidence that normally would be sufficient to destroy them</a:t>
            </a:r>
            <a:endParaRPr lang="en-US" altLang="en-US" sz="2800" dirty="0"/>
          </a:p>
          <a:p>
            <a:pPr>
              <a:lnSpc>
                <a:spcPct val="90000"/>
              </a:lnSpc>
              <a:buClr>
                <a:schemeClr val="accent2"/>
              </a:buClr>
              <a:buSzPct val="60000"/>
              <a:buFont typeface="Wingdings" panose="05000000000000000000" pitchFamily="2" charset="2"/>
            </a:pPr>
            <a:r>
              <a:rPr lang="en-US" altLang="en-US" sz="2800" u="sng" dirty="0"/>
              <a:t>Hallucinations:</a:t>
            </a:r>
            <a:r>
              <a:rPr lang="en-US" altLang="en-US" sz="2800" dirty="0"/>
              <a:t> false perceptions that have a compelling sense of reality (mostly auditory)</a:t>
            </a:r>
            <a:endParaRPr lang="en-US" altLang="en-US" sz="2800" dirty="0"/>
          </a:p>
          <a:p>
            <a:pPr>
              <a:lnSpc>
                <a:spcPct val="90000"/>
              </a:lnSpc>
              <a:buClr>
                <a:schemeClr val="accent2"/>
              </a:buClr>
              <a:buSzPct val="60000"/>
              <a:buFont typeface="Wingdings" panose="05000000000000000000" pitchFamily="2" charset="2"/>
            </a:pPr>
            <a:r>
              <a:rPr lang="en-US" altLang="en-US" sz="2800" u="sng" dirty="0"/>
              <a:t>Disorganized thought and language</a:t>
            </a:r>
            <a:endParaRPr lang="en-US" altLang="en-US" sz="2800" u="sng" dirty="0"/>
          </a:p>
          <a:p>
            <a:pPr lvl="1">
              <a:lnSpc>
                <a:spcPct val="90000"/>
              </a:lnSpc>
              <a:buClr>
                <a:schemeClr val="accent1"/>
              </a:buClr>
              <a:buSzPct val="70000"/>
              <a:buFont typeface="Wingdings 2" panose="05020102010507070707" pitchFamily="18" charset="2"/>
            </a:pPr>
            <a:r>
              <a:rPr lang="en-US" altLang="en-US" sz="2400" dirty="0"/>
              <a:t>Nonsensical, rhyming patterns</a:t>
            </a:r>
            <a:r>
              <a:rPr lang="en-GB" altLang="en-US" sz="2400" dirty="0"/>
              <a:t> i.e. clanging</a:t>
            </a:r>
            <a:endParaRPr lang="en-US" altLang="en-US" sz="2400" dirty="0"/>
          </a:p>
          <a:p>
            <a:pPr>
              <a:lnSpc>
                <a:spcPct val="90000"/>
              </a:lnSpc>
              <a:buClr>
                <a:schemeClr val="accent2"/>
              </a:buClr>
              <a:buSzPct val="60000"/>
              <a:buFont typeface="Wingdings" panose="05000000000000000000" pitchFamily="2" charset="2"/>
            </a:pPr>
            <a:r>
              <a:rPr lang="en-US" altLang="en-US" sz="2800" u="sng" dirty="0"/>
              <a:t>Affects emotional expression</a:t>
            </a:r>
            <a:endParaRPr lang="en-US" altLang="en-US" sz="2800" u="sng" dirty="0"/>
          </a:p>
          <a:p>
            <a:pPr lvl="1">
              <a:lnSpc>
                <a:spcPct val="90000"/>
              </a:lnSpc>
              <a:buClr>
                <a:schemeClr val="accent1"/>
              </a:buClr>
              <a:buSzPct val="70000"/>
              <a:buFont typeface="Wingdings 2" panose="05020102010507070707" pitchFamily="18" charset="2"/>
            </a:pPr>
            <a:r>
              <a:rPr lang="en-US" altLang="en-US" sz="2400" dirty="0"/>
              <a:t>Blunt, flat, or inappropriate affect</a:t>
            </a:r>
            <a:endParaRPr lang="en-US" altLang="en-US" sz="2400" dirty="0"/>
          </a:p>
          <a:p>
            <a:endParaRPr lang="en-GB" dirty="0"/>
          </a:p>
        </p:txBody>
      </p:sp>
      <p:cxnSp>
        <p:nvCxnSpPr>
          <p:cNvPr id="10" name="Straight Connector 9"/>
          <p:cNvCxnSpPr>
            <a:cxnSpLocks noGrp="1" noRot="1" noChangeAspect="1" noMove="1" noResize="1" noEditPoints="1" noAdjustHandles="1" noChangeArrowheads="1" noChangeShapeType="1"/>
          </p:cNvCxnSpPr>
          <p:nvPr/>
        </p:nvCxnSpPr>
        <p:spPr>
          <a:xfrm>
            <a:off x="565150" y="6087110"/>
            <a:ext cx="919876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p:cNvGrpSpPr>
            <a:grpSpLocks noGrp="1" noRot="1" noChangeAspect="1" noMove="1" noResize="1" noUngrp="1"/>
          </p:cNvGrpSpPr>
          <p:nvPr/>
        </p:nvGrpSpPr>
        <p:grpSpPr>
          <a:xfrm>
            <a:off x="10290315" y="0"/>
            <a:ext cx="1901686" cy="6858000"/>
            <a:chOff x="10290315" y="0"/>
            <a:chExt cx="1901686" cy="6858000"/>
          </a:xfrm>
        </p:grpSpPr>
        <p:sp>
          <p:nvSpPr>
            <p:cNvPr id="13" name="Oval 12"/>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4"/>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25"/>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26"/>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27"/>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28"/>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29"/>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t>Delusions</a:t>
            </a:r>
            <a:endParaRPr lang="en-GB" altLang="en-US"/>
          </a:p>
        </p:txBody>
      </p:sp>
      <p:sp>
        <p:nvSpPr>
          <p:cNvPr id="5" name="Content Placeholder 4"/>
          <p:cNvSpPr>
            <a:spLocks noGrp="1"/>
          </p:cNvSpPr>
          <p:nvPr>
            <p:ph idx="1"/>
          </p:nvPr>
        </p:nvSpPr>
        <p:spPr>
          <a:xfrm>
            <a:off x="565150" y="1814195"/>
            <a:ext cx="10163810" cy="3947160"/>
          </a:xfrm>
        </p:spPr>
        <p:txBody>
          <a:bodyPr>
            <a:noAutofit/>
          </a:bodyPr>
          <a:p>
            <a:r>
              <a:rPr lang="en-US" altLang="en-GB" sz="1900" b="1"/>
              <a:t>Persecutory delusions:</a:t>
            </a:r>
            <a:r>
              <a:rPr lang="en-US" altLang="en-GB" sz="1900"/>
              <a:t> Belief of being harmed, watched, or targeted by others.</a:t>
            </a:r>
            <a:endParaRPr lang="en-US" altLang="en-GB" sz="1900"/>
          </a:p>
          <a:p>
            <a:r>
              <a:rPr lang="en-US" altLang="en-GB" sz="1900" b="1"/>
              <a:t>Delusions of reference</a:t>
            </a:r>
            <a:r>
              <a:rPr lang="en-US" altLang="en-GB" sz="1900"/>
              <a:t>: Belief that neutral events or media have special personal significance.</a:t>
            </a:r>
            <a:endParaRPr lang="en-US" altLang="en-GB" sz="1900"/>
          </a:p>
          <a:p>
            <a:r>
              <a:rPr lang="en-US" altLang="en-GB" sz="1900" b="1"/>
              <a:t>Grandiose delusions:</a:t>
            </a:r>
            <a:r>
              <a:rPr lang="en-US" altLang="en-GB" sz="1900"/>
              <a:t> Belief of having exceptional power, wealth, identity, or abilities.</a:t>
            </a:r>
            <a:endParaRPr lang="en-US" altLang="en-GB" sz="1900"/>
          </a:p>
          <a:p>
            <a:r>
              <a:rPr lang="en-US" altLang="en-GB" sz="1900" b="1"/>
              <a:t>Delusions of control</a:t>
            </a:r>
            <a:r>
              <a:rPr lang="en-US" altLang="en-GB" sz="1900"/>
              <a:t>: Belief that one’s thoughts, feelings, or actions are controlled by external forces.</a:t>
            </a:r>
            <a:endParaRPr lang="en-US" altLang="en-GB" sz="1900"/>
          </a:p>
          <a:p>
            <a:r>
              <a:rPr lang="en-US" altLang="en-GB" sz="1900" b="1"/>
              <a:t>Thought delusions</a:t>
            </a:r>
            <a:r>
              <a:rPr lang="en-US" altLang="en-GB" sz="1900"/>
              <a:t>: Including thought insertion, thought withdrawal, or thought broadcasting.</a:t>
            </a:r>
            <a:endParaRPr lang="en-US" altLang="en-GB" sz="1900"/>
          </a:p>
          <a:p>
            <a:r>
              <a:rPr lang="en-US" altLang="en-GB" sz="1900" b="1"/>
              <a:t>Somatic delusions</a:t>
            </a:r>
            <a:r>
              <a:rPr lang="en-US" altLang="en-GB" sz="1900"/>
              <a:t>: False beliefs about bodily functions or physical abnormalities.</a:t>
            </a:r>
            <a:endParaRPr lang="en-US" altLang="en-GB" sz="1900"/>
          </a:p>
          <a:p>
            <a:r>
              <a:rPr lang="en-US" altLang="en-GB" sz="1900" b="1"/>
              <a:t>Nihilistic delusions</a:t>
            </a:r>
            <a:r>
              <a:rPr lang="en-US" altLang="en-GB" sz="1900"/>
              <a:t>: Belief that oneself, others, or the world does not exist or has ended.</a:t>
            </a:r>
            <a:endParaRPr lang="en-US" altLang="en-GB" sz="19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Clanging </a:t>
            </a:r>
            <a:endParaRPr lang="en-GB" dirty="0"/>
          </a:p>
        </p:txBody>
      </p:sp>
      <p:sp>
        <p:nvSpPr>
          <p:cNvPr id="3" name="Content Placeholder 2"/>
          <p:cNvSpPr>
            <a:spLocks noGrp="1"/>
          </p:cNvSpPr>
          <p:nvPr>
            <p:ph idx="1"/>
          </p:nvPr>
        </p:nvSpPr>
        <p:spPr/>
        <p:txBody>
          <a:bodyPr>
            <a:normAutofit lnSpcReduction="10000"/>
          </a:bodyPr>
          <a:lstStyle/>
          <a:p>
            <a:pPr marL="0" indent="0">
              <a:buClr>
                <a:schemeClr val="accent2"/>
              </a:buClr>
              <a:buSzPct val="60000"/>
              <a:buFont typeface="Wingdings" panose="05000000000000000000" pitchFamily="2" charset="2"/>
              <a:buNone/>
            </a:pPr>
            <a:r>
              <a:rPr lang="en-US" altLang="en-US" b="1" dirty="0"/>
              <a:t>TH: ‘What </a:t>
            </a:r>
            <a:r>
              <a:rPr lang="en-US" altLang="en-US" b="1" dirty="0" err="1"/>
              <a:t>colour</a:t>
            </a:r>
            <a:r>
              <a:rPr lang="en-US" altLang="en-US" b="1" dirty="0"/>
              <a:t> is your dress?’</a:t>
            </a:r>
            <a:endParaRPr lang="en-US" altLang="en-US" b="1" dirty="0"/>
          </a:p>
          <a:p>
            <a:pPr marL="0" indent="0">
              <a:buClr>
                <a:schemeClr val="accent2"/>
              </a:buClr>
              <a:buSzPct val="60000"/>
              <a:buFont typeface="Wingdings" panose="05000000000000000000" pitchFamily="2" charset="2"/>
              <a:buNone/>
            </a:pPr>
            <a:r>
              <a:rPr lang="en-US" altLang="en-US" b="1" dirty="0"/>
              <a:t>CL: ‘Red . . . Like a bed.’</a:t>
            </a:r>
            <a:endParaRPr lang="en-US" altLang="en-US" b="1" dirty="0"/>
          </a:p>
          <a:p>
            <a:pPr marL="0" indent="0">
              <a:buClr>
                <a:schemeClr val="accent2"/>
              </a:buClr>
              <a:buSzPct val="60000"/>
              <a:buFont typeface="Wingdings" panose="05000000000000000000" pitchFamily="2" charset="2"/>
              <a:buNone/>
            </a:pPr>
            <a:r>
              <a:rPr lang="en-US" altLang="en-US" b="1" dirty="0"/>
              <a:t>TH: ‘Why is it like a bed?’</a:t>
            </a:r>
            <a:endParaRPr lang="en-US" altLang="en-US" b="1" dirty="0"/>
          </a:p>
          <a:p>
            <a:pPr marL="0" indent="0">
              <a:buClr>
                <a:schemeClr val="accent2"/>
              </a:buClr>
              <a:buSzPct val="60000"/>
              <a:buFont typeface="Wingdings" panose="05000000000000000000" pitchFamily="2" charset="2"/>
              <a:buNone/>
            </a:pPr>
            <a:r>
              <a:rPr lang="en-US" altLang="en-US" b="1" dirty="0"/>
              <a:t>CL: ‘Because it’s dead.’</a:t>
            </a:r>
            <a:endParaRPr lang="en-US" altLang="en-US" b="1" dirty="0"/>
          </a:p>
          <a:p>
            <a:pPr marL="0" indent="0">
              <a:buClr>
                <a:schemeClr val="accent2"/>
              </a:buClr>
              <a:buSzPct val="60000"/>
              <a:buFont typeface="Wingdings" panose="05000000000000000000" pitchFamily="2" charset="2"/>
              <a:buNone/>
            </a:pPr>
            <a:r>
              <a:rPr lang="en-US" altLang="en-US" b="1" dirty="0"/>
              <a:t>TH: ‘Why is a bed like being dead?’</a:t>
            </a:r>
            <a:endParaRPr lang="en-US" altLang="en-US" b="1" dirty="0"/>
          </a:p>
          <a:p>
            <a:pPr marL="0" indent="0">
              <a:buClr>
                <a:schemeClr val="accent2"/>
              </a:buClr>
              <a:buSzPct val="60000"/>
              <a:buFont typeface="Wingdings" panose="05000000000000000000" pitchFamily="2" charset="2"/>
              <a:buNone/>
            </a:pPr>
            <a:r>
              <a:rPr lang="en-US" altLang="en-US" b="1" dirty="0"/>
              <a:t>CL: ‘I </a:t>
            </a:r>
            <a:r>
              <a:rPr lang="en-US" altLang="en-US" b="1" dirty="0" err="1"/>
              <a:t>dunno</a:t>
            </a:r>
            <a:r>
              <a:rPr lang="en-US" altLang="en-US" b="1" dirty="0"/>
              <a:t> . . . maybe it’s a med.’</a:t>
            </a:r>
            <a:endParaRPr lang="en-US" altLang="en-US" b="1" dirty="0"/>
          </a:p>
          <a:p>
            <a:pPr marL="0" indent="0">
              <a:buClr>
                <a:schemeClr val="accent2"/>
              </a:buClr>
              <a:buSzPct val="60000"/>
              <a:buFont typeface="Wingdings" panose="05000000000000000000" pitchFamily="2" charset="2"/>
              <a:buNone/>
            </a:pPr>
            <a:r>
              <a:rPr lang="en-US" altLang="en-US" b="1" dirty="0"/>
              <a:t>TH: ‘What’s a med?’</a:t>
            </a:r>
            <a:endParaRPr lang="en-US" altLang="en-US" b="1" dirty="0"/>
          </a:p>
          <a:p>
            <a:pPr marL="0" indent="0">
              <a:buClr>
                <a:schemeClr val="accent2"/>
              </a:buClr>
              <a:buSzPct val="60000"/>
              <a:buFont typeface="Wingdings" panose="05000000000000000000" pitchFamily="2" charset="2"/>
              <a:buNone/>
            </a:pPr>
            <a:r>
              <a:rPr lang="en-US" altLang="en-US" b="1" dirty="0"/>
              <a:t>CL: ‘A bled.’</a:t>
            </a:r>
            <a:endParaRPr lang="en-US" altLang="en-US" b="1" dirty="0"/>
          </a:p>
          <a:p>
            <a:pPr marL="0" indent="0">
              <a:buNone/>
            </a:pPr>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198761" cy="1268984"/>
          </a:xfrm>
        </p:spPr>
        <p:txBody>
          <a:bodyPr>
            <a:normAutofit/>
          </a:bodyPr>
          <a:lstStyle/>
          <a:p>
            <a:r>
              <a:rPr lang="en-GB" dirty="0"/>
              <a:t>Schizophreniform Disorder</a:t>
            </a:r>
            <a:endParaRPr lang="en-GB" dirty="0"/>
          </a:p>
        </p:txBody>
      </p:sp>
      <p:sp>
        <p:nvSpPr>
          <p:cNvPr id="3" name="Content Placeholder 2"/>
          <p:cNvSpPr>
            <a:spLocks noGrp="1"/>
          </p:cNvSpPr>
          <p:nvPr>
            <p:ph idx="1"/>
          </p:nvPr>
        </p:nvSpPr>
        <p:spPr>
          <a:xfrm>
            <a:off x="565150" y="2160016"/>
            <a:ext cx="9198761" cy="3601212"/>
          </a:xfrm>
        </p:spPr>
        <p:txBody>
          <a:bodyPr>
            <a:normAutofit/>
          </a:bodyPr>
          <a:lstStyle/>
          <a:p>
            <a:r>
              <a:rPr lang="en-GB" dirty="0"/>
              <a:t>Same symptom pattern as schizophrenia but with a duration of </a:t>
            </a:r>
            <a:r>
              <a:rPr lang="en-GB" b="1" dirty="0"/>
              <a:t>1–6 months</a:t>
            </a:r>
            <a:r>
              <a:rPr lang="en-GB" dirty="0"/>
              <a:t>.</a:t>
            </a:r>
            <a:endParaRPr lang="en-GB" dirty="0"/>
          </a:p>
          <a:p>
            <a:r>
              <a:rPr lang="en-GB" dirty="0"/>
              <a:t>Functioning may be impaired but long-term impairment is not required. Can progress to schizophrenia if symptoms persist.</a:t>
            </a:r>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198761" cy="1268984"/>
          </a:xfrm>
        </p:spPr>
        <p:txBody>
          <a:bodyPr>
            <a:normAutofit/>
          </a:bodyPr>
          <a:lstStyle/>
          <a:p>
            <a:r>
              <a:rPr lang="en-GB" dirty="0"/>
              <a:t>Schizoaffective Disorder</a:t>
            </a:r>
            <a:endParaRPr lang="en-GB" dirty="0"/>
          </a:p>
        </p:txBody>
      </p:sp>
      <p:sp>
        <p:nvSpPr>
          <p:cNvPr id="3" name="Content Placeholder 2"/>
          <p:cNvSpPr>
            <a:spLocks noGrp="1"/>
          </p:cNvSpPr>
          <p:nvPr>
            <p:ph idx="1"/>
          </p:nvPr>
        </p:nvSpPr>
        <p:spPr>
          <a:xfrm>
            <a:off x="565150" y="2160016"/>
            <a:ext cx="9198761" cy="3601212"/>
          </a:xfrm>
        </p:spPr>
        <p:txBody>
          <a:bodyPr>
            <a:normAutofit/>
          </a:bodyPr>
          <a:lstStyle/>
          <a:p>
            <a:r>
              <a:rPr lang="en-GB" dirty="0"/>
              <a:t>Features </a:t>
            </a:r>
            <a:r>
              <a:rPr lang="en-GB" b="1" dirty="0"/>
              <a:t>both psychotic symptoms and mood episodes</a:t>
            </a:r>
            <a:r>
              <a:rPr lang="en-GB" dirty="0"/>
              <a:t> (major depressive or manic).</a:t>
            </a:r>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t>Example </a:t>
            </a:r>
            <a:endParaRPr lang="en-GB" altLang="en-US"/>
          </a:p>
        </p:txBody>
      </p:sp>
      <p:sp>
        <p:nvSpPr>
          <p:cNvPr id="5" name="Content Placeholder 4"/>
          <p:cNvSpPr>
            <a:spLocks noGrp="1"/>
          </p:cNvSpPr>
          <p:nvPr>
            <p:ph idx="1"/>
          </p:nvPr>
        </p:nvSpPr>
        <p:spPr>
          <a:xfrm>
            <a:off x="565150" y="2160270"/>
            <a:ext cx="9340215" cy="3601085"/>
          </a:xfrm>
        </p:spPr>
        <p:txBody>
          <a:bodyPr/>
          <a:p>
            <a:r>
              <a:rPr lang="en-US" altLang="en-GB"/>
              <a:t>A 28-year-old individual presents with a </a:t>
            </a:r>
            <a:r>
              <a:rPr lang="en-GB" altLang="en-US"/>
              <a:t>two</a:t>
            </a:r>
            <a:r>
              <a:rPr lang="en-US" altLang="en-GB"/>
              <a:t>-year history of auditory hallucinations and persecutory delusions, accompanied by recurrent major depressive episodes and periods of elevated mood with decreased need for sleep and increased goal-directed activity. </a:t>
            </a:r>
            <a:endParaRPr lang="en-US" altLang="en-GB"/>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198761" cy="1268984"/>
          </a:xfrm>
        </p:spPr>
        <p:txBody>
          <a:bodyPr>
            <a:normAutofit/>
          </a:bodyPr>
          <a:lstStyle/>
          <a:p>
            <a:r>
              <a:rPr lang="en-GB" dirty="0"/>
              <a:t>Brief Psychotic Disorder</a:t>
            </a:r>
            <a:endParaRPr lang="en-GB" dirty="0"/>
          </a:p>
        </p:txBody>
      </p:sp>
      <p:sp>
        <p:nvSpPr>
          <p:cNvPr id="3" name="Content Placeholder 2"/>
          <p:cNvSpPr>
            <a:spLocks noGrp="1"/>
          </p:cNvSpPr>
          <p:nvPr>
            <p:ph idx="1"/>
          </p:nvPr>
        </p:nvSpPr>
        <p:spPr>
          <a:xfrm>
            <a:off x="565150" y="2160016"/>
            <a:ext cx="9198761" cy="3601212"/>
          </a:xfrm>
        </p:spPr>
        <p:txBody>
          <a:bodyPr>
            <a:normAutofit/>
          </a:bodyPr>
          <a:lstStyle/>
          <a:p>
            <a:r>
              <a:rPr lang="en-GB" dirty="0"/>
              <a:t>A sudden onset of psychotic symptoms (delusions, hallucinations, disorganized speech/behaviour) </a:t>
            </a:r>
            <a:r>
              <a:rPr lang="en-GB" b="1" dirty="0"/>
              <a:t>lasting 1 day to &lt;1 month</a:t>
            </a:r>
            <a:r>
              <a:rPr lang="en-GB" dirty="0"/>
              <a:t>, followed by full return to baseline.</a:t>
            </a:r>
            <a:endParaRPr lang="en-GB" dirty="0"/>
          </a:p>
          <a:p>
            <a:r>
              <a:rPr lang="en-GB" dirty="0"/>
              <a:t>Often triggered by stress</a:t>
            </a:r>
            <a:endParaRPr lang="en-GB" dirty="0"/>
          </a:p>
          <a:p>
            <a:endParaRPr lang="en-GB"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9198761" cy="1268984"/>
          </a:xfrm>
        </p:spPr>
        <p:txBody>
          <a:bodyPr>
            <a:normAutofit/>
          </a:bodyPr>
          <a:lstStyle/>
          <a:p>
            <a:r>
              <a:rPr lang="en-GB" dirty="0"/>
              <a:t>Example </a:t>
            </a:r>
            <a:endParaRPr lang="en-GB" dirty="0"/>
          </a:p>
        </p:txBody>
      </p:sp>
      <p:sp>
        <p:nvSpPr>
          <p:cNvPr id="3" name="Content Placeholder 2"/>
          <p:cNvSpPr>
            <a:spLocks noGrp="1"/>
          </p:cNvSpPr>
          <p:nvPr>
            <p:ph idx="1"/>
          </p:nvPr>
        </p:nvSpPr>
        <p:spPr>
          <a:xfrm>
            <a:off x="565150" y="2160016"/>
            <a:ext cx="9198761" cy="3601212"/>
          </a:xfrm>
        </p:spPr>
        <p:txBody>
          <a:bodyPr>
            <a:normAutofit/>
          </a:bodyPr>
          <a:lstStyle/>
          <a:p>
            <a:r>
              <a:rPr lang="en-GB" sz="2200" dirty="0"/>
              <a:t>A 24-year-old college student, after a heated argument with her roommate and failing two exams, suddenly becomes convinced that the FBI is monitoring her through her laptop camera and that classmates are government agents sent to poison her food. She is seen talking to herself, screaming at “agents” in the hallway, and appears terrified. She barely sleeps for 5 days. After 12 days, with low-dose antipsychotic medication and supportive therapy, the beliefs and hallucinations completely disappear, and she returns fully to her baseline, with good insight that it was related to extreme stress.</a:t>
            </a:r>
            <a:endParaRPr lang="en-GB" sz="2200" dirty="0"/>
          </a:p>
          <a:p>
            <a:endParaRPr lang="en-GB" sz="2200" dirty="0"/>
          </a:p>
        </p:txBody>
      </p:sp>
      <p:cxnSp>
        <p:nvCxnSpPr>
          <p:cNvPr id="10" name="Straight Connector 9"/>
          <p:cNvCxnSpPr>
            <a:cxnSpLocks noGrp="1" noRot="1" noChangeAspect="1" noMove="1" noResize="1" noEditPoints="1" noAdjustHandles="1" noChangeArrowheads="1" noChangeShapeType="1"/>
          </p:cNvCxnSpPr>
          <p:nvPr/>
        </p:nvCxnSpPr>
        <p:spPr>
          <a:xfrm>
            <a:off x="565150" y="6087110"/>
            <a:ext cx="919876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p:cNvGrpSpPr>
            <a:grpSpLocks noGrp="1" noRot="1" noChangeAspect="1" noMove="1" noResize="1" noUngrp="1"/>
          </p:cNvGrpSpPr>
          <p:nvPr/>
        </p:nvGrpSpPr>
        <p:grpSpPr>
          <a:xfrm>
            <a:off x="10290315" y="0"/>
            <a:ext cx="1901686" cy="6858000"/>
            <a:chOff x="10290315" y="0"/>
            <a:chExt cx="1901686" cy="6858000"/>
          </a:xfrm>
        </p:grpSpPr>
        <p:sp>
          <p:nvSpPr>
            <p:cNvPr id="13" name="Oval 12"/>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4"/>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25"/>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26"/>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27"/>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28"/>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29"/>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9198761" cy="1268984"/>
          </a:xfrm>
        </p:spPr>
        <p:txBody>
          <a:bodyPr>
            <a:normAutofit/>
          </a:bodyPr>
          <a:lstStyle/>
          <a:p>
            <a:r>
              <a:rPr lang="en-GB" dirty="0"/>
              <a:t>Delusional Disorder</a:t>
            </a:r>
            <a:endParaRPr lang="en-GB" dirty="0"/>
          </a:p>
        </p:txBody>
      </p:sp>
      <p:sp>
        <p:nvSpPr>
          <p:cNvPr id="3" name="Content Placeholder 2"/>
          <p:cNvSpPr>
            <a:spLocks noGrp="1"/>
          </p:cNvSpPr>
          <p:nvPr>
            <p:ph idx="1"/>
          </p:nvPr>
        </p:nvSpPr>
        <p:spPr>
          <a:xfrm>
            <a:off x="565150" y="2160016"/>
            <a:ext cx="9198761" cy="3601212"/>
          </a:xfrm>
        </p:spPr>
        <p:txBody>
          <a:bodyPr>
            <a:normAutofit/>
          </a:bodyPr>
          <a:lstStyle/>
          <a:p>
            <a:r>
              <a:rPr lang="en-GB" dirty="0"/>
              <a:t>Marked by </a:t>
            </a:r>
            <a:r>
              <a:rPr lang="en-GB" b="1" dirty="0"/>
              <a:t>one or more delusions</a:t>
            </a:r>
            <a:r>
              <a:rPr lang="en-GB" dirty="0"/>
              <a:t> lasting </a:t>
            </a:r>
            <a:r>
              <a:rPr lang="en-GB" b="1" dirty="0"/>
              <a:t>≥1 month</a:t>
            </a:r>
            <a:r>
              <a:rPr lang="en-GB" dirty="0"/>
              <a:t>, with otherwise relatively normal functioning.</a:t>
            </a:r>
            <a:endParaRPr lang="en-GB" dirty="0"/>
          </a:p>
        </p:txBody>
      </p:sp>
      <p:cxnSp>
        <p:nvCxnSpPr>
          <p:cNvPr id="10" name="Straight Connector 9"/>
          <p:cNvCxnSpPr>
            <a:cxnSpLocks noGrp="1" noRot="1" noChangeAspect="1" noMove="1" noResize="1" noEditPoints="1" noAdjustHandles="1" noChangeArrowheads="1" noChangeShapeType="1"/>
          </p:cNvCxnSpPr>
          <p:nvPr/>
        </p:nvCxnSpPr>
        <p:spPr>
          <a:xfrm>
            <a:off x="565150" y="6087110"/>
            <a:ext cx="919876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p:cNvGrpSpPr>
            <a:grpSpLocks noGrp="1" noRot="1" noChangeAspect="1" noMove="1" noResize="1" noUngrp="1"/>
          </p:cNvGrpSpPr>
          <p:nvPr/>
        </p:nvGrpSpPr>
        <p:grpSpPr>
          <a:xfrm>
            <a:off x="10290315" y="0"/>
            <a:ext cx="1901686" cy="6858000"/>
            <a:chOff x="10290315" y="0"/>
            <a:chExt cx="1901686" cy="6858000"/>
          </a:xfrm>
        </p:grpSpPr>
        <p:sp>
          <p:nvSpPr>
            <p:cNvPr id="13" name="Oval 12"/>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4"/>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25"/>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26"/>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27"/>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28"/>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29"/>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7335835" cy="1268984"/>
          </a:xfrm>
        </p:spPr>
        <p:txBody>
          <a:bodyPr>
            <a:normAutofit/>
          </a:bodyPr>
          <a:lstStyle/>
          <a:p>
            <a:r>
              <a:rPr lang="en-GB" dirty="0"/>
              <a:t>Examples </a:t>
            </a:r>
            <a:endParaRPr lang="en-GB" dirty="0"/>
          </a:p>
        </p:txBody>
      </p:sp>
      <p:cxnSp>
        <p:nvCxnSpPr>
          <p:cNvPr id="11" name="Straight Connector 10"/>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p:cNvGraphicFramePr>
            <a:graphicFrameLocks noGrp="1"/>
          </p:cNvGraphicFramePr>
          <p:nvPr>
            <p:ph idx="1"/>
          </p:nvPr>
        </p:nvGraphicFramePr>
        <p:xfrm>
          <a:off x="967562" y="2497074"/>
          <a:ext cx="10249787" cy="326396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7335835" cy="1268984"/>
          </a:xfrm>
        </p:spPr>
        <p:txBody>
          <a:bodyPr>
            <a:normAutofit/>
          </a:bodyPr>
          <a:lstStyle/>
          <a:p>
            <a:r>
              <a:rPr lang="en-GB" dirty="0"/>
              <a:t>Examples </a:t>
            </a:r>
            <a:endParaRPr lang="en-GB" dirty="0"/>
          </a:p>
        </p:txBody>
      </p:sp>
      <p:cxnSp>
        <p:nvCxnSpPr>
          <p:cNvPr id="27" name="Straight Connector 26"/>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1" name="Content Placeholder 2"/>
          <p:cNvGraphicFramePr>
            <a:graphicFrameLocks noGrp="1"/>
          </p:cNvGraphicFramePr>
          <p:nvPr>
            <p:ph idx="1"/>
          </p:nvPr>
        </p:nvGraphicFramePr>
        <p:xfrm>
          <a:off x="967562" y="2497074"/>
          <a:ext cx="10249787" cy="326396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Personality Disorders</a:t>
            </a:r>
            <a:endParaRPr lang="en-GB" dirty="0"/>
          </a:p>
        </p:txBody>
      </p:sp>
      <p:sp>
        <p:nvSpPr>
          <p:cNvPr id="3" name="Content Placeholder 2"/>
          <p:cNvSpPr>
            <a:spLocks noGrp="1"/>
          </p:cNvSpPr>
          <p:nvPr>
            <p:ph idx="1"/>
          </p:nvPr>
        </p:nvSpPr>
        <p:spPr>
          <a:xfrm>
            <a:off x="565150" y="1701479"/>
            <a:ext cx="9111285" cy="4676172"/>
          </a:xfrm>
        </p:spPr>
        <p:txBody>
          <a:bodyPr>
            <a:normAutofit fontScale="77500" lnSpcReduction="20000"/>
          </a:bodyPr>
          <a:lstStyle/>
          <a:p>
            <a:pPr marL="0" indent="0">
              <a:buNone/>
            </a:pPr>
            <a:r>
              <a:rPr lang="en-GB" b="1" dirty="0"/>
              <a:t>Cluster A</a:t>
            </a:r>
            <a:r>
              <a:rPr lang="en-GB" dirty="0"/>
              <a:t> (Odd or eccentric)</a:t>
            </a:r>
            <a:endParaRPr lang="en-GB" dirty="0"/>
          </a:p>
          <a:p>
            <a:pPr marL="173355" indent="-173355">
              <a:buFont typeface="+mj-lt"/>
              <a:buAutoNum type="arabicPeriod"/>
            </a:pPr>
            <a:r>
              <a:rPr lang="en-GB" dirty="0"/>
              <a:t>Paranoid Personality Disorder</a:t>
            </a:r>
            <a:endParaRPr lang="en-GB" dirty="0"/>
          </a:p>
          <a:p>
            <a:pPr marL="173355" indent="-173355">
              <a:buFont typeface="+mj-lt"/>
              <a:buAutoNum type="arabicPeriod"/>
            </a:pPr>
            <a:r>
              <a:rPr lang="en-GB" dirty="0"/>
              <a:t>Schizoid Personality Disorder</a:t>
            </a:r>
            <a:endParaRPr lang="en-GB" dirty="0"/>
          </a:p>
          <a:p>
            <a:pPr marL="173355" indent="-173355">
              <a:buFont typeface="+mj-lt"/>
              <a:buAutoNum type="arabicPeriod"/>
            </a:pPr>
            <a:r>
              <a:rPr lang="en-GB" dirty="0"/>
              <a:t>Schizotypal Personality Disorder</a:t>
            </a:r>
            <a:endParaRPr lang="en-GB" dirty="0"/>
          </a:p>
          <a:p>
            <a:pPr marL="0" indent="0">
              <a:buNone/>
            </a:pPr>
            <a:r>
              <a:rPr lang="en-GB" b="1" dirty="0"/>
              <a:t>Cluster B</a:t>
            </a:r>
            <a:r>
              <a:rPr lang="en-GB" dirty="0"/>
              <a:t> (Dramatic, emotional, or erratic) </a:t>
            </a:r>
            <a:endParaRPr lang="en-GB" dirty="0"/>
          </a:p>
          <a:p>
            <a:pPr marL="0" indent="0">
              <a:buNone/>
            </a:pPr>
            <a:r>
              <a:rPr lang="en-GB" dirty="0"/>
              <a:t>4. Antisocial Personality Disorder </a:t>
            </a:r>
            <a:endParaRPr lang="en-GB" dirty="0"/>
          </a:p>
          <a:p>
            <a:pPr marL="0" indent="0">
              <a:buNone/>
            </a:pPr>
            <a:r>
              <a:rPr lang="en-GB" dirty="0"/>
              <a:t>5. Borderline Personality Disorder </a:t>
            </a:r>
            <a:endParaRPr lang="en-GB" dirty="0"/>
          </a:p>
          <a:p>
            <a:pPr marL="0" indent="0">
              <a:buNone/>
            </a:pPr>
            <a:r>
              <a:rPr lang="en-GB" dirty="0"/>
              <a:t>6. Histrionic Personality Disorder </a:t>
            </a:r>
            <a:endParaRPr lang="en-GB" dirty="0"/>
          </a:p>
          <a:p>
            <a:pPr marL="0" indent="0">
              <a:buNone/>
            </a:pPr>
            <a:r>
              <a:rPr lang="en-GB" dirty="0"/>
              <a:t>7. Narcissistic Personality Disorder</a:t>
            </a:r>
            <a:endParaRPr lang="en-GB" dirty="0"/>
          </a:p>
          <a:p>
            <a:pPr marL="0" indent="0">
              <a:buNone/>
            </a:pPr>
            <a:r>
              <a:rPr lang="en-GB" b="1" dirty="0"/>
              <a:t>Cluster C</a:t>
            </a:r>
            <a:r>
              <a:rPr lang="en-GB" dirty="0"/>
              <a:t> (Anxious or fearful) </a:t>
            </a:r>
            <a:endParaRPr lang="en-GB" dirty="0"/>
          </a:p>
          <a:p>
            <a:pPr marL="0" indent="0">
              <a:buNone/>
            </a:pPr>
            <a:r>
              <a:rPr lang="en-GB" dirty="0"/>
              <a:t>8. Avoidant Personality Disorder </a:t>
            </a:r>
            <a:endParaRPr lang="en-GB" dirty="0"/>
          </a:p>
          <a:p>
            <a:pPr marL="0" indent="0">
              <a:buNone/>
            </a:pPr>
            <a:r>
              <a:rPr lang="en-GB" dirty="0"/>
              <a:t>9. Dependent Personality Disorder </a:t>
            </a:r>
            <a:endParaRPr lang="en-GB" dirty="0"/>
          </a:p>
          <a:p>
            <a:pPr marL="0" indent="0">
              <a:buNone/>
            </a:pPr>
            <a:r>
              <a:rPr lang="en-GB" dirty="0"/>
              <a:t>10. Obsessive-Compulsive Personality Disorder (OCPD – not the same as OCD)</a:t>
            </a:r>
            <a:endParaRPr lang="en-GB" dirty="0"/>
          </a:p>
          <a:p>
            <a:pPr marL="0" indent="0">
              <a:buNone/>
            </a:pPr>
            <a:endParaRPr lang="en-GB"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150" y="770890"/>
            <a:ext cx="10130224" cy="1268984"/>
          </a:xfrm>
        </p:spPr>
        <p:txBody>
          <a:bodyPr>
            <a:normAutofit/>
          </a:bodyPr>
          <a:lstStyle/>
          <a:p>
            <a:r>
              <a:rPr lang="en-GB" dirty="0"/>
              <a:t>Cluster A</a:t>
            </a:r>
            <a:endParaRPr lang="en-GB" dirty="0"/>
          </a:p>
        </p:txBody>
      </p:sp>
      <p:sp>
        <p:nvSpPr>
          <p:cNvPr id="3" name="Content Placeholder 2"/>
          <p:cNvSpPr>
            <a:spLocks noGrp="1"/>
          </p:cNvSpPr>
          <p:nvPr>
            <p:ph idx="1"/>
          </p:nvPr>
        </p:nvSpPr>
        <p:spPr>
          <a:xfrm>
            <a:off x="565149" y="1620457"/>
            <a:ext cx="10974809" cy="4340502"/>
          </a:xfrm>
        </p:spPr>
        <p:txBody>
          <a:bodyPr>
            <a:normAutofit fontScale="85000" lnSpcReduction="10000"/>
          </a:bodyPr>
          <a:lstStyle/>
          <a:p>
            <a:pPr marL="173355" indent="-173355">
              <a:buFont typeface="+mj-lt"/>
              <a:buAutoNum type="arabicPeriod"/>
            </a:pPr>
            <a:r>
              <a:rPr lang="en-GB" b="1" dirty="0"/>
              <a:t>Paranoid Personality Disorder: </a:t>
            </a:r>
            <a:r>
              <a:rPr lang="en-GB" dirty="0"/>
              <a:t>Believes others are exploiting, harming, or deceiving them (without evidence) – Preoccupied with unjustified doubts about loyalty of friends/colleagues – Reluctant to confide in others (fears information will be used against them) – Reads hidden threatening meanings into benign remarks/events – Bears persistent grudges – Quick to feel attacked and counterattack e.g. Joseph Stalin</a:t>
            </a:r>
            <a:endParaRPr lang="en-GB" dirty="0"/>
          </a:p>
          <a:p>
            <a:pPr marL="173355" indent="-173355">
              <a:buFont typeface="+mj-lt"/>
              <a:buAutoNum type="arabicPeriod"/>
            </a:pPr>
            <a:r>
              <a:rPr lang="en-GB" b="1" dirty="0"/>
              <a:t>Schizoid Personality Disorder</a:t>
            </a:r>
            <a:r>
              <a:rPr lang="en-GB" dirty="0"/>
              <a:t>: Neither desires nor enjoys close relationships (including family) – Almost always chooses solitary activities – Little or no interest in sexual experiences with another person – Takes pleasure in few, if any, activities – Lacks close friends (except possibly first-degree relatives) – Appears indifferent to praise or criticism – Emotional coldness, flat affect e.g. Bill Gates</a:t>
            </a:r>
            <a:endParaRPr lang="en-GB" dirty="0"/>
          </a:p>
          <a:p>
            <a:pPr marL="173355" indent="-173355">
              <a:buFont typeface="+mj-lt"/>
              <a:buAutoNum type="arabicPeriod"/>
            </a:pPr>
            <a:r>
              <a:rPr lang="en-GB" b="1" dirty="0"/>
              <a:t>Schizotypal Personality Disorder</a:t>
            </a:r>
            <a:r>
              <a:rPr lang="en-GB" dirty="0"/>
              <a:t>: Magical thinking, ideas of reference, odd beliefs – Unusual perceptual experiences (illusions, sensing a “presence”) – Odd/eccentric appearance or behaviour - Unusual speech (vague, metaphorical, over-elaborate) – Lack of close friends – Ideas of reference (not full delusions) e.g. Van Gogh</a:t>
            </a:r>
            <a:endParaRPr lang="en-GB" dirty="0"/>
          </a:p>
          <a:p>
            <a:pPr marL="173355" indent="-173355">
              <a:buFont typeface="+mj-lt"/>
              <a:buAutoNum type="arabicPeriod"/>
            </a:pPr>
            <a:endParaRPr lang="en-GB" dirty="0"/>
          </a:p>
          <a:p>
            <a:pPr marL="173355" indent="-173355">
              <a:buFont typeface="+mj-lt"/>
              <a:buAutoNum type="arabicPeriod"/>
            </a:pPr>
            <a:endParaRPr lang="en-GB" dirty="0"/>
          </a:p>
          <a:p>
            <a:pPr marL="0" indent="0">
              <a:buNone/>
            </a:pPr>
            <a:endParaRPr lang="en-GB" dirty="0"/>
          </a:p>
        </p:txBody>
      </p:sp>
      <p:grpSp>
        <p:nvGrpSpPr>
          <p:cNvPr id="10" name="Group 9"/>
          <p:cNvGrpSpPr>
            <a:grpSpLocks noGrp="1" noRot="1" noChangeAspect="1" noMove="1" noResize="1" noUngrp="1"/>
          </p:cNvGrpSpPr>
          <p:nvPr/>
        </p:nvGrpSpPr>
        <p:grpSpPr>
          <a:xfrm>
            <a:off x="10290315" y="0"/>
            <a:ext cx="1901686" cy="6858000"/>
            <a:chOff x="10290315" y="0"/>
            <a:chExt cx="1901686" cy="6858000"/>
          </a:xfrm>
        </p:grpSpPr>
        <p:sp>
          <p:nvSpPr>
            <p:cNvPr id="11" name="Freeform 43"/>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p:cNvCxnSpPr>
            <a:cxnSpLocks noGrp="1" noRot="1" noChangeAspect="1" noMove="1" noResize="1" noEditPoints="1" noAdjustHandles="1" noChangeArrowheads="1" noChangeShapeType="1"/>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t>Examples </a:t>
            </a:r>
            <a:endParaRPr lang="en-GB" altLang="en-US"/>
          </a:p>
        </p:txBody>
      </p:sp>
      <p:sp>
        <p:nvSpPr>
          <p:cNvPr id="5" name="Content Placeholder 4"/>
          <p:cNvSpPr>
            <a:spLocks noGrp="1"/>
          </p:cNvSpPr>
          <p:nvPr>
            <p:ph idx="1"/>
          </p:nvPr>
        </p:nvSpPr>
        <p:spPr>
          <a:xfrm>
            <a:off x="565150" y="1712595"/>
            <a:ext cx="9624695" cy="3601085"/>
          </a:xfrm>
        </p:spPr>
        <p:txBody>
          <a:bodyPr>
            <a:noAutofit/>
          </a:bodyPr>
          <a:p>
            <a:pPr marL="0" indent="0">
              <a:buNone/>
            </a:pPr>
            <a:r>
              <a:rPr lang="en-US" altLang="en-GB" sz="1600" b="1"/>
              <a:t>Paranoid Personality Disorder</a:t>
            </a:r>
            <a:endParaRPr lang="en-US" altLang="en-GB" sz="1600" b="1"/>
          </a:p>
          <a:p>
            <a:pPr marL="0" indent="0">
              <a:buNone/>
            </a:pPr>
            <a:r>
              <a:rPr lang="en-US" altLang="en-GB" sz="1600"/>
              <a:t>A 35-year-old employee persistently suspects coworkers are undermining him despite no evidence. He interprets neutral comments as hostile, holds longstanding grudges, and avoids confiding in others due to fears of betrayal. Functioning is limited by pervasive mistrust.</a:t>
            </a:r>
            <a:endParaRPr lang="en-US" altLang="en-GB" sz="1600"/>
          </a:p>
          <a:p>
            <a:pPr marL="0" indent="0">
              <a:buNone/>
            </a:pPr>
            <a:endParaRPr lang="en-US" altLang="en-GB" sz="1600"/>
          </a:p>
          <a:p>
            <a:pPr marL="0" indent="0">
              <a:buNone/>
            </a:pPr>
            <a:r>
              <a:rPr lang="en-US" altLang="en-GB" sz="1600" b="1"/>
              <a:t>Schizoid Personality Disorder</a:t>
            </a:r>
            <a:endParaRPr lang="en-US" altLang="en-GB" sz="1600" b="1"/>
          </a:p>
          <a:p>
            <a:pPr marL="0" indent="0">
              <a:buNone/>
            </a:pPr>
            <a:r>
              <a:rPr lang="en-US" altLang="en-GB" sz="1600"/>
              <a:t>A 40-year-old individual lives alone, shows little interest in social relationships, and reports minimal pleasure from activities. Affect is constricted, and the person appears indifferent to praise or criticism. Occupational functioning is adequate in solitary work settings.</a:t>
            </a:r>
            <a:endParaRPr lang="en-US" altLang="en-GB" sz="1600"/>
          </a:p>
          <a:p>
            <a:pPr marL="0" indent="0">
              <a:buNone/>
            </a:pPr>
            <a:endParaRPr lang="en-US" altLang="en-GB" sz="1600"/>
          </a:p>
          <a:p>
            <a:pPr marL="0" indent="0">
              <a:buNone/>
            </a:pPr>
            <a:r>
              <a:rPr lang="en-US" altLang="en-GB" sz="1600" b="1"/>
              <a:t>Schizotypal Personality Disorder</a:t>
            </a:r>
            <a:endParaRPr lang="en-US" altLang="en-GB" sz="1600" b="1"/>
          </a:p>
          <a:p>
            <a:pPr marL="0" indent="0">
              <a:buNone/>
            </a:pPr>
            <a:r>
              <a:rPr lang="en-US" altLang="en-GB" sz="1600"/>
              <a:t>A 25-year-old individual exhibits social anxiety, eccentric behavior, and odd beliefs (e.g., believing they can sense others’ thoughts). Speech is vague and metaphorical, with limited close relationships. Perceptual distortions and magical thinking interfere with social and occupational functioning.</a:t>
            </a:r>
            <a:endParaRPr lang="en-US" altLang="en-GB" sz="16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10130224" cy="1268984"/>
          </a:xfrm>
        </p:spPr>
        <p:txBody>
          <a:bodyPr>
            <a:normAutofit/>
          </a:bodyPr>
          <a:lstStyle/>
          <a:p>
            <a:r>
              <a:rPr lang="en-GB" dirty="0"/>
              <a:t>Cluster B</a:t>
            </a:r>
            <a:endParaRPr lang="en-GB" dirty="0"/>
          </a:p>
        </p:txBody>
      </p:sp>
      <p:sp>
        <p:nvSpPr>
          <p:cNvPr id="3" name="Content Placeholder 2"/>
          <p:cNvSpPr>
            <a:spLocks noGrp="1"/>
          </p:cNvSpPr>
          <p:nvPr>
            <p:ph idx="1"/>
          </p:nvPr>
        </p:nvSpPr>
        <p:spPr>
          <a:xfrm>
            <a:off x="565149" y="1620456"/>
            <a:ext cx="10801189" cy="4618297"/>
          </a:xfrm>
        </p:spPr>
        <p:txBody>
          <a:bodyPr>
            <a:normAutofit fontScale="85000" lnSpcReduction="10000"/>
          </a:bodyPr>
          <a:lstStyle/>
          <a:p>
            <a:pPr marL="0" indent="0">
              <a:buNone/>
            </a:pPr>
            <a:r>
              <a:rPr lang="en-GB" b="1" dirty="0"/>
              <a:t>4. Antisocial Personality Disorder</a:t>
            </a:r>
            <a:r>
              <a:rPr lang="en-GB" dirty="0"/>
              <a:t>: Pervasive disregard for others’ rights, deceitful, impulsive, aggressive, reckless, zero remorse. “Con artists” or criminals who feel no guilt. E.g. Ted Bundy</a:t>
            </a:r>
            <a:endParaRPr lang="en-GB" dirty="0"/>
          </a:p>
          <a:p>
            <a:pPr marL="0" indent="0">
              <a:buNone/>
            </a:pPr>
            <a:r>
              <a:rPr lang="en-GB" b="1" dirty="0"/>
              <a:t>5. Borderline Personality Disorder</a:t>
            </a:r>
            <a:r>
              <a:rPr lang="en-GB" dirty="0"/>
              <a:t>: Unstable mood, self-image, and relationships; terror of abandonment; rapid mood swings; chronic emptiness; recurrent self-harm or suicidal behaviour; impulsive (spending, sex, substances). “Emotional burn victims” — everything feels life-or-death. E.g. Amy Winehouse, Marilyn Monroe</a:t>
            </a:r>
            <a:endParaRPr lang="en-GB" dirty="0"/>
          </a:p>
          <a:p>
            <a:pPr marL="0" indent="0">
              <a:buNone/>
            </a:pPr>
            <a:r>
              <a:rPr lang="en-GB" b="1" dirty="0"/>
              <a:t>6. Histrionic Personality Disorder</a:t>
            </a:r>
            <a:r>
              <a:rPr lang="en-GB" dirty="0"/>
              <a:t>: Constant attention-seeking, overly dramatic/theatrical, shallow and rapidly shifting emotions, sexually seductive or provocative behaviour, uncomfortable when not the centre of attention. E.g. Madonna, Johnny Depp</a:t>
            </a:r>
            <a:endParaRPr lang="en-GB" dirty="0"/>
          </a:p>
          <a:p>
            <a:pPr marL="0" indent="0">
              <a:buNone/>
            </a:pPr>
            <a:r>
              <a:rPr lang="en-GB" b="1" dirty="0"/>
              <a:t>7. Narcissistic Personality Disorder</a:t>
            </a:r>
            <a:r>
              <a:rPr lang="en-GB" dirty="0"/>
              <a:t>: Grandiosity, fantasies of unlimited success/power, believes they are “special,” needs excessive admiration, entitlement, exploitative, lacks empathy, envious of others or believes others envy them. Fragile self-esteem hidden behind arrogance. E.g. Kanye West, Donald Trump, Steve Jobs</a:t>
            </a:r>
            <a:endParaRPr lang="en-GB" dirty="0"/>
          </a:p>
          <a:p>
            <a:pPr marL="0" indent="0">
              <a:buNone/>
            </a:pPr>
            <a:endParaRPr lang="en-GB" dirty="0"/>
          </a:p>
          <a:p>
            <a:pPr marL="0" indent="0">
              <a:buNone/>
            </a:pPr>
            <a:endParaRPr lang="en-GB" dirty="0"/>
          </a:p>
          <a:p>
            <a:pPr marL="0" indent="0">
              <a:buNone/>
            </a:pPr>
            <a:endParaRPr lang="en-GB" dirty="0"/>
          </a:p>
          <a:p>
            <a:pPr marL="173355" indent="-173355">
              <a:buFont typeface="+mj-lt"/>
              <a:buAutoNum type="arabicPeriod"/>
            </a:pPr>
            <a:endParaRPr lang="en-GB" dirty="0"/>
          </a:p>
          <a:p>
            <a:pPr marL="0" indent="0">
              <a:buNone/>
            </a:pPr>
            <a:endParaRPr lang="en-GB"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t>Examples</a:t>
            </a:r>
            <a:endParaRPr lang="en-GB" altLang="en-US"/>
          </a:p>
        </p:txBody>
      </p:sp>
      <p:sp>
        <p:nvSpPr>
          <p:cNvPr id="5" name="Content Placeholder 4"/>
          <p:cNvSpPr>
            <a:spLocks noGrp="1"/>
          </p:cNvSpPr>
          <p:nvPr>
            <p:ph idx="1"/>
          </p:nvPr>
        </p:nvSpPr>
        <p:spPr>
          <a:xfrm>
            <a:off x="565150" y="1628140"/>
            <a:ext cx="9563100" cy="3601085"/>
          </a:xfrm>
        </p:spPr>
        <p:txBody>
          <a:bodyPr>
            <a:noAutofit/>
          </a:bodyPr>
          <a:p>
            <a:pPr marL="0" indent="0">
              <a:buNone/>
            </a:pPr>
            <a:r>
              <a:rPr lang="en-US" altLang="en-GB" sz="1500" b="1"/>
              <a:t>Antisocial Personality Disorder</a:t>
            </a:r>
            <a:endParaRPr lang="en-US" altLang="en-GB" sz="1500" b="1"/>
          </a:p>
          <a:p>
            <a:pPr marL="0" indent="0">
              <a:buNone/>
            </a:pPr>
            <a:r>
              <a:rPr lang="en-US" altLang="en-GB" sz="1500"/>
              <a:t>A 30-year-old individual has a history of repeated arrests, deceitfulness, and impulsive behavior since adolescence. They demonstrate disregard for others’ rights, lack remorse for harm caused, and fail to sustain employment or relationships.</a:t>
            </a:r>
            <a:endParaRPr lang="en-US" altLang="en-GB" sz="1500"/>
          </a:p>
          <a:p>
            <a:pPr marL="0" indent="0">
              <a:buNone/>
            </a:pPr>
            <a:r>
              <a:rPr lang="en-US" altLang="en-GB" sz="1500" b="1"/>
              <a:t>Borderline Personality Disorder</a:t>
            </a:r>
            <a:endParaRPr lang="en-US" altLang="en-GB" sz="1500" b="1"/>
          </a:p>
          <a:p>
            <a:pPr marL="0" indent="0">
              <a:buNone/>
            </a:pPr>
            <a:r>
              <a:rPr lang="en-US" altLang="en-GB" sz="1500"/>
              <a:t>A 26-year-old individual presents with unstable relationships, intense fear of abandonment, and marked mood reactivity. They report chronic feelings of emptiness, engage in self-harming behavior during interpersonal stress, and alternate between idealizing and devaluing others.</a:t>
            </a:r>
            <a:endParaRPr lang="en-US" altLang="en-GB" sz="1500"/>
          </a:p>
          <a:p>
            <a:pPr marL="0" indent="0">
              <a:buNone/>
            </a:pPr>
            <a:r>
              <a:rPr lang="en-US" altLang="en-GB" sz="1500" b="1"/>
              <a:t>Histrionic Personality Disorder</a:t>
            </a:r>
            <a:endParaRPr lang="en-US" altLang="en-GB" sz="1500" b="1"/>
          </a:p>
          <a:p>
            <a:pPr marL="0" indent="0">
              <a:buNone/>
            </a:pPr>
            <a:r>
              <a:rPr lang="en-US" altLang="en-GB" sz="1500"/>
              <a:t>A 32-year-old individual displays excessive emotionality, attention-seeking behavior, and discomfort when not the focus of attention. Speech is impressionistic, behavior is sexually provocative, and relationships are perceived as more intimate than they are.</a:t>
            </a:r>
            <a:endParaRPr lang="en-US" altLang="en-GB" sz="1500"/>
          </a:p>
          <a:p>
            <a:pPr marL="0" indent="0">
              <a:buNone/>
            </a:pPr>
            <a:r>
              <a:rPr lang="en-US" altLang="en-GB" sz="1500" b="1"/>
              <a:t>Narcissistic Personality Disorder</a:t>
            </a:r>
            <a:endParaRPr lang="en-US" altLang="en-GB" sz="1500" b="1"/>
          </a:p>
          <a:p>
            <a:pPr marL="0" indent="0">
              <a:buNone/>
            </a:pPr>
            <a:r>
              <a:rPr lang="en-US" altLang="en-GB" sz="1500"/>
              <a:t>A 38-year-old individual exhibits grandiosity, need for admiration, and lack of empathy. They exaggerate achievements, react poorly to criticism, and exploit relationships to maintain a sense of superiority, despite underlying interpersonal difficulties.</a:t>
            </a:r>
            <a:endParaRPr lang="en-US" altLang="en-GB" sz="15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10130224" cy="1268984"/>
          </a:xfrm>
        </p:spPr>
        <p:txBody>
          <a:bodyPr>
            <a:normAutofit/>
          </a:bodyPr>
          <a:lstStyle/>
          <a:p>
            <a:r>
              <a:rPr lang="en-GB" dirty="0"/>
              <a:t>Cluster </a:t>
            </a:r>
            <a:endParaRPr lang="en-GB" dirty="0"/>
          </a:p>
        </p:txBody>
      </p:sp>
      <p:sp>
        <p:nvSpPr>
          <p:cNvPr id="3" name="Content Placeholder 2"/>
          <p:cNvSpPr>
            <a:spLocks noGrp="1"/>
          </p:cNvSpPr>
          <p:nvPr>
            <p:ph idx="1"/>
          </p:nvPr>
        </p:nvSpPr>
        <p:spPr>
          <a:xfrm>
            <a:off x="484127" y="1562583"/>
            <a:ext cx="10951660" cy="4618297"/>
          </a:xfrm>
        </p:spPr>
        <p:txBody>
          <a:bodyPr>
            <a:normAutofit lnSpcReduction="10000"/>
          </a:bodyPr>
          <a:lstStyle/>
          <a:p>
            <a:pPr marL="0" indent="0">
              <a:buNone/>
            </a:pPr>
            <a:r>
              <a:rPr lang="en-GB" b="1" dirty="0"/>
              <a:t>8. Avoidant Personality Disorder: </a:t>
            </a:r>
            <a:r>
              <a:rPr lang="en-GB" dirty="0"/>
              <a:t>Extreme social inhibition, feelings of inadequacy, hypersensitive to criticism or rejection; Avoids jobs/activities involving contact, fears shame, sees self as inferior, very shy. E.g. Michael Jackson</a:t>
            </a:r>
            <a:endParaRPr lang="en-GB" dirty="0"/>
          </a:p>
          <a:p>
            <a:pPr marL="0" indent="0">
              <a:buNone/>
            </a:pPr>
            <a:r>
              <a:rPr lang="en-GB" b="1" dirty="0"/>
              <a:t>9. Dependent Personality Disorder</a:t>
            </a:r>
            <a:r>
              <a:rPr lang="en-GB" dirty="0"/>
              <a:t>: Excessive need to be taken care of, submissive and clinging behaviour, terror of separation; Lets others take responsibility, fears being alone, urgently seeks new relationship when one ends, difficulty disagreeing. E.g. Scott Disick</a:t>
            </a:r>
            <a:endParaRPr lang="en-GB" dirty="0"/>
          </a:p>
          <a:p>
            <a:pPr marL="0" indent="0">
              <a:buNone/>
            </a:pPr>
            <a:r>
              <a:rPr lang="en-GB" b="1" dirty="0"/>
              <a:t>10. Obsessive-Compulsive Personality Disorder: </a:t>
            </a:r>
            <a:r>
              <a:rPr lang="en-GB" dirty="0"/>
              <a:t>Rigid perfectionism, orderliness, and control at the expense of flexibility and efficiency; Preoccupied with rules/lists, stubborn perfectionism, workaholic, miserly, hoarding, delegating impossible unless done exactly their way. E.g. Elon Musk</a:t>
            </a: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173355" indent="-173355">
              <a:buFont typeface="+mj-lt"/>
              <a:buAutoNum type="arabicPeriod"/>
            </a:pPr>
            <a:endParaRPr lang="en-GB" dirty="0"/>
          </a:p>
          <a:p>
            <a:pPr marL="0" indent="0">
              <a:buNone/>
            </a:pPr>
            <a:endParaRPr lang="en-GB"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t>Examples</a:t>
            </a:r>
            <a:endParaRPr lang="en-GB" altLang="en-US"/>
          </a:p>
        </p:txBody>
      </p:sp>
      <p:sp>
        <p:nvSpPr>
          <p:cNvPr id="5" name="Content Placeholder 4"/>
          <p:cNvSpPr>
            <a:spLocks noGrp="1"/>
          </p:cNvSpPr>
          <p:nvPr>
            <p:ph idx="1"/>
          </p:nvPr>
        </p:nvSpPr>
        <p:spPr>
          <a:xfrm>
            <a:off x="565150" y="1628775"/>
            <a:ext cx="9603740" cy="3601085"/>
          </a:xfrm>
        </p:spPr>
        <p:txBody>
          <a:bodyPr>
            <a:noAutofit/>
          </a:bodyPr>
          <a:p>
            <a:pPr marL="0" indent="0">
              <a:buNone/>
            </a:pPr>
            <a:r>
              <a:rPr lang="en-US" altLang="en-GB" sz="1700" b="1"/>
              <a:t>Avoidant Personality Disorder</a:t>
            </a:r>
            <a:endParaRPr lang="en-US" altLang="en-GB" sz="1700" b="1"/>
          </a:p>
          <a:p>
            <a:pPr marL="0" indent="0">
              <a:buNone/>
            </a:pPr>
            <a:r>
              <a:rPr lang="en-US" altLang="en-GB" sz="1700"/>
              <a:t>A 29-year-old individual avoids social and occupational interactions due to intense fear of criticism and rejection. Despite a strong desire for connection, they perceive themselves as socially inadequate and engage only in situations where acceptance is assured.</a:t>
            </a:r>
            <a:endParaRPr lang="en-US" altLang="en-GB" sz="1700"/>
          </a:p>
          <a:p>
            <a:pPr marL="0" indent="0">
              <a:buNone/>
            </a:pPr>
            <a:endParaRPr lang="en-US" altLang="en-GB" sz="1700"/>
          </a:p>
          <a:p>
            <a:pPr marL="0" indent="0">
              <a:buNone/>
            </a:pPr>
            <a:r>
              <a:rPr lang="en-US" altLang="en-GB" sz="1700" b="1"/>
              <a:t>Dependent Personality Disorder</a:t>
            </a:r>
            <a:endParaRPr lang="en-US" altLang="en-GB" sz="1700" b="1"/>
          </a:p>
          <a:p>
            <a:pPr marL="0" indent="0">
              <a:buNone/>
            </a:pPr>
            <a:r>
              <a:rPr lang="en-US" altLang="en-GB" sz="1700"/>
              <a:t>A 34-year-old individual demonstrates excessive need to be cared for, leading to submissive and clinging behavior. They have difficulty making decisions without reassurance, fear being alone, and remain in unhealthy relationships to avoid abandonment.</a:t>
            </a:r>
            <a:endParaRPr lang="en-US" altLang="en-GB" sz="1700"/>
          </a:p>
          <a:p>
            <a:pPr marL="0" indent="0">
              <a:buNone/>
            </a:pPr>
            <a:endParaRPr lang="en-US" altLang="en-GB" sz="1700" b="1"/>
          </a:p>
          <a:p>
            <a:pPr marL="0" indent="0">
              <a:buNone/>
            </a:pPr>
            <a:r>
              <a:rPr lang="en-US" altLang="en-GB" sz="1700" b="1"/>
              <a:t>Obsessive-Compulsive Personality Disorder</a:t>
            </a:r>
            <a:endParaRPr lang="en-US" altLang="en-GB" sz="1700" b="1"/>
          </a:p>
          <a:p>
            <a:pPr marL="0" indent="0">
              <a:buNone/>
            </a:pPr>
            <a:r>
              <a:rPr lang="en-US" altLang="en-GB" sz="1700"/>
              <a:t>A 42-year-old individual is preoccupied with orderliness, perfectionism, and control, at the expense of flexibility and efficiency. They devote excessive time to work, struggle to delegate tasks, and experience interpersonal conflict due to rigidity and high standards.</a:t>
            </a:r>
            <a:endParaRPr lang="en-US" altLang="en-GB" sz="17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Lecture Summary</a:t>
            </a:r>
            <a:endParaRPr lang="en-GB"/>
          </a:p>
        </p:txBody>
      </p:sp>
      <p:sp>
        <p:nvSpPr>
          <p:cNvPr id="3" name="Content Placeholder 2"/>
          <p:cNvSpPr>
            <a:spLocks noGrp="1"/>
          </p:cNvSpPr>
          <p:nvPr>
            <p:ph idx="1"/>
          </p:nvPr>
        </p:nvSpPr>
        <p:spPr/>
        <p:txBody>
          <a:bodyPr/>
          <a:lstStyle/>
          <a:p>
            <a:r>
              <a:rPr lang="en-GB"/>
              <a:t>What is normal and abnormal?</a:t>
            </a:r>
            <a:endParaRPr lang="en-GB"/>
          </a:p>
          <a:p>
            <a:r>
              <a:rPr lang="en-GB"/>
              <a:t>Classification systems</a:t>
            </a:r>
            <a:endParaRPr lang="en-GB"/>
          </a:p>
          <a:p>
            <a:r>
              <a:rPr lang="en-GB"/>
              <a:t>Disorders</a:t>
            </a:r>
            <a:endParaRPr lang="en-GB"/>
          </a:p>
        </p:txBody>
      </p:sp>
    </p:spTree>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17140</Words>
  <Application>WPS Presentation</Application>
  <PresentationFormat>Widescreen</PresentationFormat>
  <Paragraphs>346</Paragraphs>
  <Slides>51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51</vt:i4>
      </vt:variant>
    </vt:vector>
  </HeadingPairs>
  <TitlesOfParts>
    <vt:vector size="62" baseType="lpstr">
      <vt:lpstr>Arial</vt:lpstr>
      <vt:lpstr>SimSun</vt:lpstr>
      <vt:lpstr>Wingdings</vt:lpstr>
      <vt:lpstr>Avenir Next</vt:lpstr>
      <vt:lpstr>Neue Haas Grotesk Text Pro</vt:lpstr>
      <vt:lpstr>Microsoft YaHei</vt:lpstr>
      <vt:lpstr>Arial Unicode MS</vt:lpstr>
      <vt:lpstr>Calibri</vt:lpstr>
      <vt:lpstr>Wingdings 2</vt:lpstr>
      <vt:lpstr>Segoe Print</vt:lpstr>
      <vt:lpstr>PunchcardVTI</vt:lpstr>
      <vt:lpstr>PSYC100 GENERAL PSYCHOLOGY</vt:lpstr>
      <vt:lpstr>Lecture outline</vt:lpstr>
      <vt:lpstr>What is abnormality?</vt:lpstr>
      <vt:lpstr>What is abnormality?</vt:lpstr>
      <vt:lpstr>The classification of mental disorders </vt:lpstr>
      <vt:lpstr>DSM  and  ICD</vt:lpstr>
      <vt:lpstr>Does classification always work?</vt:lpstr>
      <vt:lpstr>DSM 5</vt:lpstr>
      <vt:lpstr>DSM (cont.)</vt:lpstr>
      <vt:lpstr>DSM (cont.)</vt:lpstr>
      <vt:lpstr>Example: Major depressive disorder</vt:lpstr>
      <vt:lpstr>Anxiety disorders</vt:lpstr>
      <vt:lpstr>Separation anxiety disorder</vt:lpstr>
      <vt:lpstr>Selective mutism</vt:lpstr>
      <vt:lpstr>Specific phobia</vt:lpstr>
      <vt:lpstr>Social anxiety disorder</vt:lpstr>
      <vt:lpstr>Panic disorder</vt:lpstr>
      <vt:lpstr>Agoraphobia </vt:lpstr>
      <vt:lpstr>Generalized anxiety disorder</vt:lpstr>
      <vt:lpstr>Obsessive-compulsive and related disorders</vt:lpstr>
      <vt:lpstr>Obsessive-compulsive disorder</vt:lpstr>
      <vt:lpstr>Body dysmorphic disorder</vt:lpstr>
      <vt:lpstr>Hoarding disorder</vt:lpstr>
      <vt:lpstr>Trichotillomania (Hair-Pulling Disorder)</vt:lpstr>
      <vt:lpstr>Excoriation (Skin-Picking) Disorder</vt:lpstr>
      <vt:lpstr>Depressive and Bipolar disorders</vt:lpstr>
      <vt:lpstr>Major Depressive Disorder</vt:lpstr>
      <vt:lpstr>Persistent Depressive Disorder</vt:lpstr>
      <vt:lpstr>Bipolar I</vt:lpstr>
      <vt:lpstr>Bipolar II</vt:lpstr>
      <vt:lpstr>Schizophrenia spectrum</vt:lpstr>
      <vt:lpstr>Schizophrenia</vt:lpstr>
      <vt:lpstr>Psychotic symptoms in schizophrenia</vt:lpstr>
      <vt:lpstr>PowerPoint 演示文稿</vt:lpstr>
      <vt:lpstr>Clanging </vt:lpstr>
      <vt:lpstr>Schizophreniform Disorder</vt:lpstr>
      <vt:lpstr>Schizoaffective Disorder</vt:lpstr>
      <vt:lpstr>PowerPoint 演示文稿</vt:lpstr>
      <vt:lpstr>Brief Psychotic Disorder</vt:lpstr>
      <vt:lpstr>Example </vt:lpstr>
      <vt:lpstr>Delusional Disorder</vt:lpstr>
      <vt:lpstr>Examples </vt:lpstr>
      <vt:lpstr>Examples </vt:lpstr>
      <vt:lpstr>Personality Disorders</vt:lpstr>
      <vt:lpstr>Cluster A</vt:lpstr>
      <vt:lpstr>PowerPoint 演示文稿</vt:lpstr>
      <vt:lpstr>Cluster B</vt:lpstr>
      <vt:lpstr>PowerPoint 演示文稿</vt:lpstr>
      <vt:lpstr>Cluster </vt:lpstr>
      <vt:lpstr>PowerPoint 演示文稿</vt:lpstr>
      <vt:lpstr>Lecture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Asli Niyazi</dc:creator>
  <cp:lastModifiedBy>Asli Niyazi</cp:lastModifiedBy>
  <cp:revision>15</cp:revision>
  <dcterms:created xsi:type="dcterms:W3CDTF">2025-12-01T11:11:00Z</dcterms:created>
  <dcterms:modified xsi:type="dcterms:W3CDTF">2025-12-15T09:54:32Z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6E3A2AC8D1C24561BA56FD9FEC96D135_12</vt:lpwstr>
  </property>
  <property fmtid="{D5CDD505-2E9C-101B-9397-08002B2CF9AE}" pid="3" name="KSOProductBuildVer">
    <vt:lpwstr>2057-12.2.0.23155</vt:lpwstr>
  </property>
</Properties>
</file>