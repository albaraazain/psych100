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5"/>
  </p:notesMasterIdLst>
  <p:handoutMasterIdLst>
    <p:handoutMasterId r:id="rId26"/>
  </p:handoutMasterIdLst>
  <p:sldIdLst>
    <p:sldId id="256" r:id="rId5"/>
    <p:sldId id="285" r:id="rId6"/>
    <p:sldId id="286" r:id="rId7"/>
    <p:sldId id="257" r:id="rId8"/>
    <p:sldId id="258" r:id="rId9"/>
    <p:sldId id="274" r:id="rId10"/>
    <p:sldId id="278" r:id="rId11"/>
    <p:sldId id="279" r:id="rId12"/>
    <p:sldId id="280" r:id="rId13"/>
    <p:sldId id="290" r:id="rId14"/>
    <p:sldId id="288" r:id="rId15"/>
    <p:sldId id="275" r:id="rId16"/>
    <p:sldId id="284" r:id="rId17"/>
    <p:sldId id="287" r:id="rId18"/>
    <p:sldId id="277" r:id="rId19"/>
    <p:sldId id="281" r:id="rId20"/>
    <p:sldId id="283" r:id="rId21"/>
    <p:sldId id="282" r:id="rId22"/>
    <p:sldId id="273" r:id="rId23"/>
    <p:sldId id="267" r:id="rId2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18"/>
  </p:normalViewPr>
  <p:slideViewPr>
    <p:cSldViewPr snapToGrid="0">
      <p:cViewPr varScale="1">
        <p:scale>
          <a:sx n="106" d="100"/>
          <a:sy n="106" d="100"/>
        </p:scale>
        <p:origin x="708" y="96"/>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96" d="100"/>
          <a:sy n="96" d="100"/>
        </p:scale>
        <p:origin x="355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2.png"/><Relationship Id="rId6" Type="http://schemas.openxmlformats.org/officeDocument/2006/relationships/image" Target="../media/image11.svg"/><Relationship Id="rId5" Type="http://schemas.openxmlformats.org/officeDocument/2006/relationships/image" Target="../media/image4.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6.png"/></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4.png"/><Relationship Id="rId12" Type="http://schemas.openxmlformats.org/officeDocument/2006/relationships/image" Target="../media/image21.svg"/><Relationship Id="rId2" Type="http://schemas.openxmlformats.org/officeDocument/2006/relationships/image" Target="../media/image9.svg"/><Relationship Id="rId1" Type="http://schemas.openxmlformats.org/officeDocument/2006/relationships/image" Target="../media/image3.png"/><Relationship Id="rId6" Type="http://schemas.openxmlformats.org/officeDocument/2006/relationships/image" Target="../media/image7.svg"/><Relationship Id="rId11" Type="http://schemas.openxmlformats.org/officeDocument/2006/relationships/image" Target="../media/image9.png"/><Relationship Id="rId5" Type="http://schemas.openxmlformats.org/officeDocument/2006/relationships/image" Target="../media/image2.png"/><Relationship Id="rId10" Type="http://schemas.openxmlformats.org/officeDocument/2006/relationships/image" Target="../media/image19.svg"/><Relationship Id="rId4" Type="http://schemas.openxmlformats.org/officeDocument/2006/relationships/image" Target="../media/image17.svg"/><Relationship Id="rId9" Type="http://schemas.openxmlformats.org/officeDocument/2006/relationships/image" Target="../media/image8.png"/></Relationships>
</file>

<file path=ppt/diagrams/_rels/data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image" Target="../media/image11.svg"/><Relationship Id="rId1" Type="http://schemas.openxmlformats.org/officeDocument/2006/relationships/image" Target="../media/image4.png"/><Relationship Id="rId6" Type="http://schemas.openxmlformats.org/officeDocument/2006/relationships/image" Target="../media/image21.svg"/><Relationship Id="rId5" Type="http://schemas.openxmlformats.org/officeDocument/2006/relationships/image" Target="../media/image9.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2.png"/><Relationship Id="rId6" Type="http://schemas.openxmlformats.org/officeDocument/2006/relationships/image" Target="../media/image11.svg"/><Relationship Id="rId5" Type="http://schemas.openxmlformats.org/officeDocument/2006/relationships/image" Target="../media/image4.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4.png"/><Relationship Id="rId12" Type="http://schemas.openxmlformats.org/officeDocument/2006/relationships/image" Target="../media/image21.svg"/><Relationship Id="rId2" Type="http://schemas.openxmlformats.org/officeDocument/2006/relationships/image" Target="../media/image9.svg"/><Relationship Id="rId1" Type="http://schemas.openxmlformats.org/officeDocument/2006/relationships/image" Target="../media/image3.png"/><Relationship Id="rId6" Type="http://schemas.openxmlformats.org/officeDocument/2006/relationships/image" Target="../media/image7.svg"/><Relationship Id="rId11" Type="http://schemas.openxmlformats.org/officeDocument/2006/relationships/image" Target="../media/image9.png"/><Relationship Id="rId5" Type="http://schemas.openxmlformats.org/officeDocument/2006/relationships/image" Target="../media/image2.png"/><Relationship Id="rId10" Type="http://schemas.openxmlformats.org/officeDocument/2006/relationships/image" Target="../media/image19.svg"/><Relationship Id="rId4" Type="http://schemas.openxmlformats.org/officeDocument/2006/relationships/image" Target="../media/image17.svg"/><Relationship Id="rId9" Type="http://schemas.openxmlformats.org/officeDocument/2006/relationships/image" Target="../media/image8.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image" Target="../media/image11.svg"/><Relationship Id="rId1" Type="http://schemas.openxmlformats.org/officeDocument/2006/relationships/image" Target="../media/image4.png"/><Relationship Id="rId6" Type="http://schemas.openxmlformats.org/officeDocument/2006/relationships/image" Target="../media/image21.svg"/><Relationship Id="rId5" Type="http://schemas.openxmlformats.org/officeDocument/2006/relationships/image" Target="../media/image9.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3">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347633B-CC66-470C-AB90-E13E0699762A}" type="doc">
      <dgm:prSet loTypeId="urn:microsoft.com/office/officeart/2018/2/layout/IconVerticalSolidList" loCatId="icon" qsTypeId="urn:microsoft.com/office/officeart/2005/8/quickstyle/simple1#1" qsCatId="simple" csTypeId="urn:microsoft.com/office/officeart/2005/8/colors/accent2_2#1" csCatId="accent2" phldr="1"/>
      <dgm:spPr/>
      <dgm:t>
        <a:bodyPr/>
        <a:lstStyle/>
        <a:p>
          <a:endParaRPr lang="en-US"/>
        </a:p>
      </dgm:t>
    </dgm:pt>
    <dgm:pt modelId="{091045A1-B57C-472C-8707-735D78DE6BD7}">
      <dgm:prSet/>
      <dgm:spPr/>
      <dgm:t>
        <a:bodyPr/>
        <a:lstStyle/>
        <a:p>
          <a:r>
            <a:rPr lang="en-GB"/>
            <a:t>1879 Wilhelm Wundt opens first experimental psychology lab in Leipzig - Psychology separates from philosophy, becoming an independent science focused on introspection and experimentation.</a:t>
          </a:r>
          <a:endParaRPr lang="en-US"/>
        </a:p>
      </dgm:t>
    </dgm:pt>
    <dgm:pt modelId="{A7831925-FE49-4B00-ADC5-6359F9038756}" type="parTrans" cxnId="{4FEAFC7C-63AD-408D-A200-76F6A66313D7}">
      <dgm:prSet/>
      <dgm:spPr/>
      <dgm:t>
        <a:bodyPr/>
        <a:lstStyle/>
        <a:p>
          <a:endParaRPr lang="en-US"/>
        </a:p>
      </dgm:t>
    </dgm:pt>
    <dgm:pt modelId="{8A3C0F75-128D-4B27-BDA9-642A544D54A0}" type="sibTrans" cxnId="{4FEAFC7C-63AD-408D-A200-76F6A66313D7}">
      <dgm:prSet/>
      <dgm:spPr/>
      <dgm:t>
        <a:bodyPr/>
        <a:lstStyle/>
        <a:p>
          <a:endParaRPr lang="en-US"/>
        </a:p>
      </dgm:t>
    </dgm:pt>
    <dgm:pt modelId="{7B1219B1-B419-44DE-BBFE-585C425EE3B0}">
      <dgm:prSet/>
      <dgm:spPr/>
      <dgm:t>
        <a:bodyPr/>
        <a:lstStyle/>
        <a:p>
          <a:r>
            <a:rPr lang="en-GB"/>
            <a:t>1883 Stanley Hall opens first U.S. psychology lab at Johns Hopkins - Expanded scientific psychology globally, emphasizing research.</a:t>
          </a:r>
          <a:endParaRPr lang="en-US"/>
        </a:p>
      </dgm:t>
    </dgm:pt>
    <dgm:pt modelId="{F3DDADA3-1DED-4DA4-9E5A-2C114777676E}" type="parTrans" cxnId="{CAF41148-F921-4CAA-B315-BED6897B36E2}">
      <dgm:prSet/>
      <dgm:spPr/>
      <dgm:t>
        <a:bodyPr/>
        <a:lstStyle/>
        <a:p>
          <a:endParaRPr lang="en-US"/>
        </a:p>
      </dgm:t>
    </dgm:pt>
    <dgm:pt modelId="{F4A8C5F5-0F58-480B-9799-CABC6C6E98AE}" type="sibTrans" cxnId="{CAF41148-F921-4CAA-B315-BED6897B36E2}">
      <dgm:prSet/>
      <dgm:spPr/>
      <dgm:t>
        <a:bodyPr/>
        <a:lstStyle/>
        <a:p>
          <a:endParaRPr lang="en-US"/>
        </a:p>
      </dgm:t>
    </dgm:pt>
    <dgm:pt modelId="{5C4CF1DA-7E0D-411F-8B88-37621F3229E6}">
      <dgm:prSet/>
      <dgm:spPr/>
      <dgm:t>
        <a:bodyPr/>
        <a:lstStyle/>
        <a:p>
          <a:r>
            <a:rPr lang="en-GB"/>
            <a:t>1885 Hermann Ebbinghaus publishes on memory experiments - Demonstrated systematic self-experimentation, solidifying cognitive psychology's scientific basis.</a:t>
          </a:r>
          <a:endParaRPr lang="en-US"/>
        </a:p>
      </dgm:t>
    </dgm:pt>
    <dgm:pt modelId="{B3BBB82D-8059-48D6-A863-A76790CF7FDA}" type="parTrans" cxnId="{13055AB4-DD49-4CBD-8A3D-B2235A4CD2F2}">
      <dgm:prSet/>
      <dgm:spPr/>
      <dgm:t>
        <a:bodyPr/>
        <a:lstStyle/>
        <a:p>
          <a:endParaRPr lang="en-US"/>
        </a:p>
      </dgm:t>
    </dgm:pt>
    <dgm:pt modelId="{B5398F89-3938-428A-929F-8C06A4EB56EE}" type="sibTrans" cxnId="{13055AB4-DD49-4CBD-8A3D-B2235A4CD2F2}">
      <dgm:prSet/>
      <dgm:spPr/>
      <dgm:t>
        <a:bodyPr/>
        <a:lstStyle/>
        <a:p>
          <a:endParaRPr lang="en-US"/>
        </a:p>
      </dgm:t>
    </dgm:pt>
    <dgm:pt modelId="{2E6BBA1B-7F2E-48FF-AEB2-34C585B20BC3}">
      <dgm:prSet/>
      <dgm:spPr/>
      <dgm:t>
        <a:bodyPr/>
        <a:lstStyle/>
        <a:p>
          <a:r>
            <a:rPr lang="en-GB" dirty="0"/>
            <a:t>1886 Sigmund Freud begins psychoanalysis - Introduced talk therapy and unconscious mind theories, adding depth to scientific inquiry into mental processes.</a:t>
          </a:r>
          <a:endParaRPr lang="en-US" dirty="0"/>
        </a:p>
      </dgm:t>
    </dgm:pt>
    <dgm:pt modelId="{1DCA0B5A-4FE9-4420-8DB7-E9E8F96E0237}" type="parTrans" cxnId="{E0325AEF-3E39-4943-994D-117169DEBDF4}">
      <dgm:prSet/>
      <dgm:spPr/>
      <dgm:t>
        <a:bodyPr/>
        <a:lstStyle/>
        <a:p>
          <a:endParaRPr lang="en-US"/>
        </a:p>
      </dgm:t>
    </dgm:pt>
    <dgm:pt modelId="{196601F5-5561-4E67-A16F-9143E3A06FFB}" type="sibTrans" cxnId="{E0325AEF-3E39-4943-994D-117169DEBDF4}">
      <dgm:prSet/>
      <dgm:spPr/>
      <dgm:t>
        <a:bodyPr/>
        <a:lstStyle/>
        <a:p>
          <a:endParaRPr lang="en-US"/>
        </a:p>
      </dgm:t>
    </dgm:pt>
    <dgm:pt modelId="{22208559-F536-4894-BB4B-1239BDF4E28F}">
      <dgm:prSet/>
      <dgm:spPr/>
      <dgm:t>
        <a:bodyPr/>
        <a:lstStyle/>
        <a:p>
          <a:r>
            <a:rPr lang="en-GB"/>
            <a:t>1888 Cattell publishes on mental tests - Advanced psychological assessment with standardized measurements, enhancing scientific rigor.</a:t>
          </a:r>
          <a:endParaRPr lang="en-US"/>
        </a:p>
      </dgm:t>
    </dgm:pt>
    <dgm:pt modelId="{8C7B14DF-2747-4FC3-8FAE-B4B2ABF1B810}" type="parTrans" cxnId="{F457036B-3CDA-4929-A0E6-4A391567A7B0}">
      <dgm:prSet/>
      <dgm:spPr/>
      <dgm:t>
        <a:bodyPr/>
        <a:lstStyle/>
        <a:p>
          <a:endParaRPr lang="en-US"/>
        </a:p>
      </dgm:t>
    </dgm:pt>
    <dgm:pt modelId="{C8B5D4E8-B625-4A7A-AC0B-9381F71FBFEC}" type="sibTrans" cxnId="{F457036B-3CDA-4929-A0E6-4A391567A7B0}">
      <dgm:prSet/>
      <dgm:spPr/>
      <dgm:t>
        <a:bodyPr/>
        <a:lstStyle/>
        <a:p>
          <a:endParaRPr lang="en-US"/>
        </a:p>
      </dgm:t>
    </dgm:pt>
    <dgm:pt modelId="{E1553FAC-45A5-43FE-A6F0-AB60C4019BB5}" type="pres">
      <dgm:prSet presAssocID="{9347633B-CC66-470C-AB90-E13E0699762A}" presName="root" presStyleCnt="0">
        <dgm:presLayoutVars>
          <dgm:dir/>
          <dgm:resizeHandles val="exact"/>
        </dgm:presLayoutVars>
      </dgm:prSet>
      <dgm:spPr/>
      <dgm:t>
        <a:bodyPr/>
        <a:lstStyle/>
        <a:p>
          <a:endParaRPr lang="en-US"/>
        </a:p>
      </dgm:t>
    </dgm:pt>
    <dgm:pt modelId="{029B24F4-382F-4CDD-9338-E8AB622CDB74}" type="pres">
      <dgm:prSet presAssocID="{091045A1-B57C-472C-8707-735D78DE6BD7}" presName="compNode" presStyleCnt="0"/>
      <dgm:spPr/>
    </dgm:pt>
    <dgm:pt modelId="{2DBD8F39-0208-4472-84F4-835CF9D0BC76}" type="pres">
      <dgm:prSet presAssocID="{091045A1-B57C-472C-8707-735D78DE6BD7}" presName="bgRect" presStyleLbl="bgShp" presStyleIdx="0" presStyleCnt="5"/>
      <dgm:spPr/>
    </dgm:pt>
    <dgm:pt modelId="{3B39B665-2EF5-4BEC-956A-03EF0035356E}" type="pres">
      <dgm:prSet presAssocID="{091045A1-B57C-472C-8707-735D78DE6BD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pt>
    <dgm:pt modelId="{B20A6928-2960-421B-9FB8-0E51168A4190}" type="pres">
      <dgm:prSet presAssocID="{091045A1-B57C-472C-8707-735D78DE6BD7}" presName="spaceRect" presStyleCnt="0"/>
      <dgm:spPr/>
    </dgm:pt>
    <dgm:pt modelId="{D148E12B-9280-4483-AAB2-CA655F2FE9EC}" type="pres">
      <dgm:prSet presAssocID="{091045A1-B57C-472C-8707-735D78DE6BD7}" presName="parTx" presStyleLbl="revTx" presStyleIdx="0" presStyleCnt="5">
        <dgm:presLayoutVars>
          <dgm:chMax val="0"/>
          <dgm:chPref val="0"/>
        </dgm:presLayoutVars>
      </dgm:prSet>
      <dgm:spPr/>
      <dgm:t>
        <a:bodyPr/>
        <a:lstStyle/>
        <a:p>
          <a:endParaRPr lang="en-US"/>
        </a:p>
      </dgm:t>
    </dgm:pt>
    <dgm:pt modelId="{0FA0B302-6E0B-419B-A50B-BA74C64032F9}" type="pres">
      <dgm:prSet presAssocID="{8A3C0F75-128D-4B27-BDA9-642A544D54A0}" presName="sibTrans" presStyleCnt="0"/>
      <dgm:spPr/>
    </dgm:pt>
    <dgm:pt modelId="{99F8D5FD-8E94-4681-AAE4-F1D2FEC10073}" type="pres">
      <dgm:prSet presAssocID="{7B1219B1-B419-44DE-BBFE-585C425EE3B0}" presName="compNode" presStyleCnt="0"/>
      <dgm:spPr/>
    </dgm:pt>
    <dgm:pt modelId="{4E70AAF8-8CC0-4BAB-8EF2-AE277414EE5F}" type="pres">
      <dgm:prSet presAssocID="{7B1219B1-B419-44DE-BBFE-585C425EE3B0}" presName="bgRect" presStyleLbl="bgShp" presStyleIdx="1" presStyleCnt="5"/>
      <dgm:spPr/>
    </dgm:pt>
    <dgm:pt modelId="{808898F1-C9D7-4144-9FFA-2AEE2E7829BA}" type="pres">
      <dgm:prSet presAssocID="{7B1219B1-B419-44DE-BBFE-585C425EE3B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pt>
    <dgm:pt modelId="{8D74A30C-833E-4A1D-A364-39DC0B563A5E}" type="pres">
      <dgm:prSet presAssocID="{7B1219B1-B419-44DE-BBFE-585C425EE3B0}" presName="spaceRect" presStyleCnt="0"/>
      <dgm:spPr/>
    </dgm:pt>
    <dgm:pt modelId="{5C795B72-EBCF-4BFF-ACD6-B457BC057DFE}" type="pres">
      <dgm:prSet presAssocID="{7B1219B1-B419-44DE-BBFE-585C425EE3B0}" presName="parTx" presStyleLbl="revTx" presStyleIdx="1" presStyleCnt="5">
        <dgm:presLayoutVars>
          <dgm:chMax val="0"/>
          <dgm:chPref val="0"/>
        </dgm:presLayoutVars>
      </dgm:prSet>
      <dgm:spPr/>
      <dgm:t>
        <a:bodyPr/>
        <a:lstStyle/>
        <a:p>
          <a:endParaRPr lang="en-US"/>
        </a:p>
      </dgm:t>
    </dgm:pt>
    <dgm:pt modelId="{124E1E67-DC85-4A9F-9287-A5BBBDC65498}" type="pres">
      <dgm:prSet presAssocID="{F4A8C5F5-0F58-480B-9799-CABC6C6E98AE}" presName="sibTrans" presStyleCnt="0"/>
      <dgm:spPr/>
    </dgm:pt>
    <dgm:pt modelId="{50838B55-5D63-48C8-A257-2C112C758AE9}" type="pres">
      <dgm:prSet presAssocID="{5C4CF1DA-7E0D-411F-8B88-37621F3229E6}" presName="compNode" presStyleCnt="0"/>
      <dgm:spPr/>
    </dgm:pt>
    <dgm:pt modelId="{AC4D65D3-8202-47EB-85C1-D118A2F30983}" type="pres">
      <dgm:prSet presAssocID="{5C4CF1DA-7E0D-411F-8B88-37621F3229E6}" presName="bgRect" presStyleLbl="bgShp" presStyleIdx="2" presStyleCnt="5"/>
      <dgm:spPr/>
    </dgm:pt>
    <dgm:pt modelId="{39644525-2099-47CC-A5D3-7C91416523C8}" type="pres">
      <dgm:prSet presAssocID="{5C4CF1DA-7E0D-411F-8B88-37621F3229E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pt>
    <dgm:pt modelId="{57671176-9C94-43F2-991B-32CF583D2574}" type="pres">
      <dgm:prSet presAssocID="{5C4CF1DA-7E0D-411F-8B88-37621F3229E6}" presName="spaceRect" presStyleCnt="0"/>
      <dgm:spPr/>
    </dgm:pt>
    <dgm:pt modelId="{A08D4638-7DD2-45A0-ADD8-97D4207A35BF}" type="pres">
      <dgm:prSet presAssocID="{5C4CF1DA-7E0D-411F-8B88-37621F3229E6}" presName="parTx" presStyleLbl="revTx" presStyleIdx="2" presStyleCnt="5">
        <dgm:presLayoutVars>
          <dgm:chMax val="0"/>
          <dgm:chPref val="0"/>
        </dgm:presLayoutVars>
      </dgm:prSet>
      <dgm:spPr/>
      <dgm:t>
        <a:bodyPr/>
        <a:lstStyle/>
        <a:p>
          <a:endParaRPr lang="en-US"/>
        </a:p>
      </dgm:t>
    </dgm:pt>
    <dgm:pt modelId="{D0624FCF-9308-40A6-82AA-8DD0A11C2380}" type="pres">
      <dgm:prSet presAssocID="{B5398F89-3938-428A-929F-8C06A4EB56EE}" presName="sibTrans" presStyleCnt="0"/>
      <dgm:spPr/>
    </dgm:pt>
    <dgm:pt modelId="{77BB2E47-BA10-42E8-BF39-3C845BA46025}" type="pres">
      <dgm:prSet presAssocID="{2E6BBA1B-7F2E-48FF-AEB2-34C585B20BC3}" presName="compNode" presStyleCnt="0"/>
      <dgm:spPr/>
    </dgm:pt>
    <dgm:pt modelId="{86748D1B-24BD-4A35-8790-25BDDFAB6748}" type="pres">
      <dgm:prSet presAssocID="{2E6BBA1B-7F2E-48FF-AEB2-34C585B20BC3}" presName="bgRect" presStyleLbl="bgShp" presStyleIdx="3" presStyleCnt="5"/>
      <dgm:spPr/>
    </dgm:pt>
    <dgm:pt modelId="{8379B648-6FF5-478C-874A-973D5E26C4A1}" type="pres">
      <dgm:prSet presAssocID="{2E6BBA1B-7F2E-48FF-AEB2-34C585B20BC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pt>
    <dgm:pt modelId="{CB50853B-BB92-423E-BCF8-8E1031372E93}" type="pres">
      <dgm:prSet presAssocID="{2E6BBA1B-7F2E-48FF-AEB2-34C585B20BC3}" presName="spaceRect" presStyleCnt="0"/>
      <dgm:spPr/>
    </dgm:pt>
    <dgm:pt modelId="{40C47D4E-B891-4C39-96AD-89A9B8C6A44D}" type="pres">
      <dgm:prSet presAssocID="{2E6BBA1B-7F2E-48FF-AEB2-34C585B20BC3}" presName="parTx" presStyleLbl="revTx" presStyleIdx="3" presStyleCnt="5">
        <dgm:presLayoutVars>
          <dgm:chMax val="0"/>
          <dgm:chPref val="0"/>
        </dgm:presLayoutVars>
      </dgm:prSet>
      <dgm:spPr/>
      <dgm:t>
        <a:bodyPr/>
        <a:lstStyle/>
        <a:p>
          <a:endParaRPr lang="en-US"/>
        </a:p>
      </dgm:t>
    </dgm:pt>
    <dgm:pt modelId="{6AC83815-7659-4271-A211-67ED77E920F0}" type="pres">
      <dgm:prSet presAssocID="{196601F5-5561-4E67-A16F-9143E3A06FFB}" presName="sibTrans" presStyleCnt="0"/>
      <dgm:spPr/>
    </dgm:pt>
    <dgm:pt modelId="{12198A77-9A25-4A33-8207-246DF3987C71}" type="pres">
      <dgm:prSet presAssocID="{22208559-F536-4894-BB4B-1239BDF4E28F}" presName="compNode" presStyleCnt="0"/>
      <dgm:spPr/>
    </dgm:pt>
    <dgm:pt modelId="{ED577690-D545-4E9D-8923-E08DC912DCAD}" type="pres">
      <dgm:prSet presAssocID="{22208559-F536-4894-BB4B-1239BDF4E28F}" presName="bgRect" presStyleLbl="bgShp" presStyleIdx="4" presStyleCnt="5"/>
      <dgm:spPr/>
    </dgm:pt>
    <dgm:pt modelId="{A9BC4114-FAFC-4806-B3BE-1D21083E96A1}" type="pres">
      <dgm:prSet presAssocID="{22208559-F536-4894-BB4B-1239BDF4E28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pt>
    <dgm:pt modelId="{05D27193-08F4-4801-9858-870E941696B8}" type="pres">
      <dgm:prSet presAssocID="{22208559-F536-4894-BB4B-1239BDF4E28F}" presName="spaceRect" presStyleCnt="0"/>
      <dgm:spPr/>
    </dgm:pt>
    <dgm:pt modelId="{302B016B-7622-459E-A3C6-AC41D7B341D1}" type="pres">
      <dgm:prSet presAssocID="{22208559-F536-4894-BB4B-1239BDF4E28F}" presName="parTx" presStyleLbl="revTx" presStyleIdx="4" presStyleCnt="5">
        <dgm:presLayoutVars>
          <dgm:chMax val="0"/>
          <dgm:chPref val="0"/>
        </dgm:presLayoutVars>
      </dgm:prSet>
      <dgm:spPr/>
      <dgm:t>
        <a:bodyPr/>
        <a:lstStyle/>
        <a:p>
          <a:endParaRPr lang="en-US"/>
        </a:p>
      </dgm:t>
    </dgm:pt>
  </dgm:ptLst>
  <dgm:cxnLst>
    <dgm:cxn modelId="{CAF41148-F921-4CAA-B315-BED6897B36E2}" srcId="{9347633B-CC66-470C-AB90-E13E0699762A}" destId="{7B1219B1-B419-44DE-BBFE-585C425EE3B0}" srcOrd="1" destOrd="0" parTransId="{F3DDADA3-1DED-4DA4-9E5A-2C114777676E}" sibTransId="{F4A8C5F5-0F58-480B-9799-CABC6C6E98AE}"/>
    <dgm:cxn modelId="{0FAF5ED4-F870-40E9-9F0C-F59319E1FB90}" type="presOf" srcId="{9347633B-CC66-470C-AB90-E13E0699762A}" destId="{E1553FAC-45A5-43FE-A6F0-AB60C4019BB5}" srcOrd="0" destOrd="0" presId="urn:microsoft.com/office/officeart/2018/2/layout/IconVerticalSolidList"/>
    <dgm:cxn modelId="{F457036B-3CDA-4929-A0E6-4A391567A7B0}" srcId="{9347633B-CC66-470C-AB90-E13E0699762A}" destId="{22208559-F536-4894-BB4B-1239BDF4E28F}" srcOrd="4" destOrd="0" parTransId="{8C7B14DF-2747-4FC3-8FAE-B4B2ABF1B810}" sibTransId="{C8B5D4E8-B625-4A7A-AC0B-9381F71FBFEC}"/>
    <dgm:cxn modelId="{4FEAFC7C-63AD-408D-A200-76F6A66313D7}" srcId="{9347633B-CC66-470C-AB90-E13E0699762A}" destId="{091045A1-B57C-472C-8707-735D78DE6BD7}" srcOrd="0" destOrd="0" parTransId="{A7831925-FE49-4B00-ADC5-6359F9038756}" sibTransId="{8A3C0F75-128D-4B27-BDA9-642A544D54A0}"/>
    <dgm:cxn modelId="{30513303-B3E8-4A1D-827D-B2C00BF37580}" type="presOf" srcId="{22208559-F536-4894-BB4B-1239BDF4E28F}" destId="{302B016B-7622-459E-A3C6-AC41D7B341D1}" srcOrd="0" destOrd="0" presId="urn:microsoft.com/office/officeart/2018/2/layout/IconVerticalSolidList"/>
    <dgm:cxn modelId="{E0325AEF-3E39-4943-994D-117169DEBDF4}" srcId="{9347633B-CC66-470C-AB90-E13E0699762A}" destId="{2E6BBA1B-7F2E-48FF-AEB2-34C585B20BC3}" srcOrd="3" destOrd="0" parTransId="{1DCA0B5A-4FE9-4420-8DB7-E9E8F96E0237}" sibTransId="{196601F5-5561-4E67-A16F-9143E3A06FFB}"/>
    <dgm:cxn modelId="{FBD14F1D-30D8-4C7A-98BE-0581D96AD30F}" type="presOf" srcId="{2E6BBA1B-7F2E-48FF-AEB2-34C585B20BC3}" destId="{40C47D4E-B891-4C39-96AD-89A9B8C6A44D}" srcOrd="0" destOrd="0" presId="urn:microsoft.com/office/officeart/2018/2/layout/IconVerticalSolidList"/>
    <dgm:cxn modelId="{10549ADC-BADB-40F2-BA3C-17EA60D8BEBF}" type="presOf" srcId="{5C4CF1DA-7E0D-411F-8B88-37621F3229E6}" destId="{A08D4638-7DD2-45A0-ADD8-97D4207A35BF}" srcOrd="0" destOrd="0" presId="urn:microsoft.com/office/officeart/2018/2/layout/IconVerticalSolidList"/>
    <dgm:cxn modelId="{0B02DA51-ACA9-4E78-8F09-901C5AD648E8}" type="presOf" srcId="{7B1219B1-B419-44DE-BBFE-585C425EE3B0}" destId="{5C795B72-EBCF-4BFF-ACD6-B457BC057DFE}" srcOrd="0" destOrd="0" presId="urn:microsoft.com/office/officeart/2018/2/layout/IconVerticalSolidList"/>
    <dgm:cxn modelId="{13055AB4-DD49-4CBD-8A3D-B2235A4CD2F2}" srcId="{9347633B-CC66-470C-AB90-E13E0699762A}" destId="{5C4CF1DA-7E0D-411F-8B88-37621F3229E6}" srcOrd="2" destOrd="0" parTransId="{B3BBB82D-8059-48D6-A863-A76790CF7FDA}" sibTransId="{B5398F89-3938-428A-929F-8C06A4EB56EE}"/>
    <dgm:cxn modelId="{BB871E43-7BB4-42E2-B76A-0CBF5247408C}" type="presOf" srcId="{091045A1-B57C-472C-8707-735D78DE6BD7}" destId="{D148E12B-9280-4483-AAB2-CA655F2FE9EC}" srcOrd="0" destOrd="0" presId="urn:microsoft.com/office/officeart/2018/2/layout/IconVerticalSolidList"/>
    <dgm:cxn modelId="{6D02AD26-F874-4DB5-971D-F4CE1A8ECE3B}" type="presParOf" srcId="{E1553FAC-45A5-43FE-A6F0-AB60C4019BB5}" destId="{029B24F4-382F-4CDD-9338-E8AB622CDB74}" srcOrd="0" destOrd="0" presId="urn:microsoft.com/office/officeart/2018/2/layout/IconVerticalSolidList"/>
    <dgm:cxn modelId="{5406D51D-9524-4ECB-BE90-BEF4253AB3AC}" type="presParOf" srcId="{029B24F4-382F-4CDD-9338-E8AB622CDB74}" destId="{2DBD8F39-0208-4472-84F4-835CF9D0BC76}" srcOrd="0" destOrd="0" presId="urn:microsoft.com/office/officeart/2018/2/layout/IconVerticalSolidList"/>
    <dgm:cxn modelId="{2631F86D-DC08-463F-BC0A-66CCAB0E9DAD}" type="presParOf" srcId="{029B24F4-382F-4CDD-9338-E8AB622CDB74}" destId="{3B39B665-2EF5-4BEC-956A-03EF0035356E}" srcOrd="1" destOrd="0" presId="urn:microsoft.com/office/officeart/2018/2/layout/IconVerticalSolidList"/>
    <dgm:cxn modelId="{31D11FAA-EE79-4A7B-B821-32CD3B6050CE}" type="presParOf" srcId="{029B24F4-382F-4CDD-9338-E8AB622CDB74}" destId="{B20A6928-2960-421B-9FB8-0E51168A4190}" srcOrd="2" destOrd="0" presId="urn:microsoft.com/office/officeart/2018/2/layout/IconVerticalSolidList"/>
    <dgm:cxn modelId="{74D427B1-7A10-44E2-BA6F-D61D2921D5C2}" type="presParOf" srcId="{029B24F4-382F-4CDD-9338-E8AB622CDB74}" destId="{D148E12B-9280-4483-AAB2-CA655F2FE9EC}" srcOrd="3" destOrd="0" presId="urn:microsoft.com/office/officeart/2018/2/layout/IconVerticalSolidList"/>
    <dgm:cxn modelId="{7387345F-0B7E-4C73-84D1-4887A2ABF85A}" type="presParOf" srcId="{E1553FAC-45A5-43FE-A6F0-AB60C4019BB5}" destId="{0FA0B302-6E0B-419B-A50B-BA74C64032F9}" srcOrd="1" destOrd="0" presId="urn:microsoft.com/office/officeart/2018/2/layout/IconVerticalSolidList"/>
    <dgm:cxn modelId="{A8CEFE5A-F020-488C-B3A5-79B0C4A029A4}" type="presParOf" srcId="{E1553FAC-45A5-43FE-A6F0-AB60C4019BB5}" destId="{99F8D5FD-8E94-4681-AAE4-F1D2FEC10073}" srcOrd="2" destOrd="0" presId="urn:microsoft.com/office/officeart/2018/2/layout/IconVerticalSolidList"/>
    <dgm:cxn modelId="{8A9B9C07-CA41-448B-BD6E-07636F2465F3}" type="presParOf" srcId="{99F8D5FD-8E94-4681-AAE4-F1D2FEC10073}" destId="{4E70AAF8-8CC0-4BAB-8EF2-AE277414EE5F}" srcOrd="0" destOrd="0" presId="urn:microsoft.com/office/officeart/2018/2/layout/IconVerticalSolidList"/>
    <dgm:cxn modelId="{D03C73CB-0546-41F7-8E80-BBF3CAF18DB3}" type="presParOf" srcId="{99F8D5FD-8E94-4681-AAE4-F1D2FEC10073}" destId="{808898F1-C9D7-4144-9FFA-2AEE2E7829BA}" srcOrd="1" destOrd="0" presId="urn:microsoft.com/office/officeart/2018/2/layout/IconVerticalSolidList"/>
    <dgm:cxn modelId="{4239E1B7-7C62-4477-9D6C-F8671A9C9878}" type="presParOf" srcId="{99F8D5FD-8E94-4681-AAE4-F1D2FEC10073}" destId="{8D74A30C-833E-4A1D-A364-39DC0B563A5E}" srcOrd="2" destOrd="0" presId="urn:microsoft.com/office/officeart/2018/2/layout/IconVerticalSolidList"/>
    <dgm:cxn modelId="{EB15B57D-F83E-4CA3-A19A-E40269020ED5}" type="presParOf" srcId="{99F8D5FD-8E94-4681-AAE4-F1D2FEC10073}" destId="{5C795B72-EBCF-4BFF-ACD6-B457BC057DFE}" srcOrd="3" destOrd="0" presId="urn:microsoft.com/office/officeart/2018/2/layout/IconVerticalSolidList"/>
    <dgm:cxn modelId="{46DB2340-34E9-433E-A46D-FE21974A4BD2}" type="presParOf" srcId="{E1553FAC-45A5-43FE-A6F0-AB60C4019BB5}" destId="{124E1E67-DC85-4A9F-9287-A5BBBDC65498}" srcOrd="3" destOrd="0" presId="urn:microsoft.com/office/officeart/2018/2/layout/IconVerticalSolidList"/>
    <dgm:cxn modelId="{0ACBA9BE-314D-47B4-9044-F23E176450FD}" type="presParOf" srcId="{E1553FAC-45A5-43FE-A6F0-AB60C4019BB5}" destId="{50838B55-5D63-48C8-A257-2C112C758AE9}" srcOrd="4" destOrd="0" presId="urn:microsoft.com/office/officeart/2018/2/layout/IconVerticalSolidList"/>
    <dgm:cxn modelId="{20CE2FD6-AAB6-4FD6-A8F4-E0276D78B144}" type="presParOf" srcId="{50838B55-5D63-48C8-A257-2C112C758AE9}" destId="{AC4D65D3-8202-47EB-85C1-D118A2F30983}" srcOrd="0" destOrd="0" presId="urn:microsoft.com/office/officeart/2018/2/layout/IconVerticalSolidList"/>
    <dgm:cxn modelId="{F0FFD8CD-DF00-4622-8712-2B815739C6D3}" type="presParOf" srcId="{50838B55-5D63-48C8-A257-2C112C758AE9}" destId="{39644525-2099-47CC-A5D3-7C91416523C8}" srcOrd="1" destOrd="0" presId="urn:microsoft.com/office/officeart/2018/2/layout/IconVerticalSolidList"/>
    <dgm:cxn modelId="{1BF8892B-2CDC-4BF7-9CB7-D7EB8DD62280}" type="presParOf" srcId="{50838B55-5D63-48C8-A257-2C112C758AE9}" destId="{57671176-9C94-43F2-991B-32CF583D2574}" srcOrd="2" destOrd="0" presId="urn:microsoft.com/office/officeart/2018/2/layout/IconVerticalSolidList"/>
    <dgm:cxn modelId="{9D14B630-E36D-4DFE-9B43-7362FFC06EE0}" type="presParOf" srcId="{50838B55-5D63-48C8-A257-2C112C758AE9}" destId="{A08D4638-7DD2-45A0-ADD8-97D4207A35BF}" srcOrd="3" destOrd="0" presId="urn:microsoft.com/office/officeart/2018/2/layout/IconVerticalSolidList"/>
    <dgm:cxn modelId="{9706C4F4-54BD-4CEB-A785-D7F138404BAC}" type="presParOf" srcId="{E1553FAC-45A5-43FE-A6F0-AB60C4019BB5}" destId="{D0624FCF-9308-40A6-82AA-8DD0A11C2380}" srcOrd="5" destOrd="0" presId="urn:microsoft.com/office/officeart/2018/2/layout/IconVerticalSolidList"/>
    <dgm:cxn modelId="{CC75470F-1468-4944-9087-6AF54B1234D3}" type="presParOf" srcId="{E1553FAC-45A5-43FE-A6F0-AB60C4019BB5}" destId="{77BB2E47-BA10-42E8-BF39-3C845BA46025}" srcOrd="6" destOrd="0" presId="urn:microsoft.com/office/officeart/2018/2/layout/IconVerticalSolidList"/>
    <dgm:cxn modelId="{EE0958F7-97F4-4443-87CB-255B33278257}" type="presParOf" srcId="{77BB2E47-BA10-42E8-BF39-3C845BA46025}" destId="{86748D1B-24BD-4A35-8790-25BDDFAB6748}" srcOrd="0" destOrd="0" presId="urn:microsoft.com/office/officeart/2018/2/layout/IconVerticalSolidList"/>
    <dgm:cxn modelId="{7AFE263C-2446-4D73-903E-F2019D250880}" type="presParOf" srcId="{77BB2E47-BA10-42E8-BF39-3C845BA46025}" destId="{8379B648-6FF5-478C-874A-973D5E26C4A1}" srcOrd="1" destOrd="0" presId="urn:microsoft.com/office/officeart/2018/2/layout/IconVerticalSolidList"/>
    <dgm:cxn modelId="{02D303DF-2C66-47FA-B840-B5D54FE2DB5D}" type="presParOf" srcId="{77BB2E47-BA10-42E8-BF39-3C845BA46025}" destId="{CB50853B-BB92-423E-BCF8-8E1031372E93}" srcOrd="2" destOrd="0" presId="urn:microsoft.com/office/officeart/2018/2/layout/IconVerticalSolidList"/>
    <dgm:cxn modelId="{39E15D45-C774-4656-B478-DE3D795F4FF6}" type="presParOf" srcId="{77BB2E47-BA10-42E8-BF39-3C845BA46025}" destId="{40C47D4E-B891-4C39-96AD-89A9B8C6A44D}" srcOrd="3" destOrd="0" presId="urn:microsoft.com/office/officeart/2018/2/layout/IconVerticalSolidList"/>
    <dgm:cxn modelId="{BA28297E-EB41-4C3C-8FB4-DCB49F9F0F75}" type="presParOf" srcId="{E1553FAC-45A5-43FE-A6F0-AB60C4019BB5}" destId="{6AC83815-7659-4271-A211-67ED77E920F0}" srcOrd="7" destOrd="0" presId="urn:microsoft.com/office/officeart/2018/2/layout/IconVerticalSolidList"/>
    <dgm:cxn modelId="{AAD4CB73-118A-46AD-9D18-0242FD5D8FA3}" type="presParOf" srcId="{E1553FAC-45A5-43FE-A6F0-AB60C4019BB5}" destId="{12198A77-9A25-4A33-8207-246DF3987C71}" srcOrd="8" destOrd="0" presId="urn:microsoft.com/office/officeart/2018/2/layout/IconVerticalSolidList"/>
    <dgm:cxn modelId="{D9B7B3E1-D64A-4B28-B4CC-B905AB503EFD}" type="presParOf" srcId="{12198A77-9A25-4A33-8207-246DF3987C71}" destId="{ED577690-D545-4E9D-8923-E08DC912DCAD}" srcOrd="0" destOrd="0" presId="urn:microsoft.com/office/officeart/2018/2/layout/IconVerticalSolidList"/>
    <dgm:cxn modelId="{9F5871DD-EAF6-4DC9-89D0-90117878C744}" type="presParOf" srcId="{12198A77-9A25-4A33-8207-246DF3987C71}" destId="{A9BC4114-FAFC-4806-B3BE-1D21083E96A1}" srcOrd="1" destOrd="0" presId="urn:microsoft.com/office/officeart/2018/2/layout/IconVerticalSolidList"/>
    <dgm:cxn modelId="{246640B7-A5B2-4EBA-97EB-A8D2A91221A8}" type="presParOf" srcId="{12198A77-9A25-4A33-8207-246DF3987C71}" destId="{05D27193-08F4-4801-9858-870E941696B8}" srcOrd="2" destOrd="0" presId="urn:microsoft.com/office/officeart/2018/2/layout/IconVerticalSolidList"/>
    <dgm:cxn modelId="{3C11E725-E07E-4CBF-B21D-B92CEA6B0444}" type="presParOf" srcId="{12198A77-9A25-4A33-8207-246DF3987C71}" destId="{302B016B-7622-459E-A3C6-AC41D7B341D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A024E3-2235-4AEE-B2FE-CAE00D3AA796}" type="doc">
      <dgm:prSet loTypeId="urn:microsoft.com/office/officeart/2018/2/layout/IconVerticalSolidList" loCatId="icon" qsTypeId="urn:microsoft.com/office/officeart/2005/8/quickstyle/simple1#2" qsCatId="simple" csTypeId="urn:microsoft.com/office/officeart/2005/8/colors/accent2_2#2" csCatId="accent2" phldr="1"/>
      <dgm:spPr/>
      <dgm:t>
        <a:bodyPr/>
        <a:lstStyle/>
        <a:p>
          <a:endParaRPr lang="en-US"/>
        </a:p>
      </dgm:t>
    </dgm:pt>
    <dgm:pt modelId="{86F6A8A6-8153-4C4B-9EAB-6359A9BA62B8}">
      <dgm:prSet/>
      <dgm:spPr/>
      <dgm:t>
        <a:bodyPr/>
        <a:lstStyle/>
        <a:p>
          <a:r>
            <a:rPr lang="en-GB"/>
            <a:t>1892 formation of American Psychological Association - Professionalized the field, fostering scientific collaboration and standards.</a:t>
          </a:r>
          <a:endParaRPr lang="en-US"/>
        </a:p>
      </dgm:t>
    </dgm:pt>
    <dgm:pt modelId="{E648909C-5E9B-4B07-91A8-FCD51B8D5E04}" type="parTrans" cxnId="{1B31FD1C-A47A-4782-B0ED-137D6E8A603E}">
      <dgm:prSet/>
      <dgm:spPr/>
      <dgm:t>
        <a:bodyPr/>
        <a:lstStyle/>
        <a:p>
          <a:endParaRPr lang="en-US"/>
        </a:p>
      </dgm:t>
    </dgm:pt>
    <dgm:pt modelId="{537043DA-F42B-4784-97C6-FEABA06DACE3}" type="sibTrans" cxnId="{1B31FD1C-A47A-4782-B0ED-137D6E8A603E}">
      <dgm:prSet/>
      <dgm:spPr/>
      <dgm:t>
        <a:bodyPr/>
        <a:lstStyle/>
        <a:p>
          <a:endParaRPr lang="en-US"/>
        </a:p>
      </dgm:t>
    </dgm:pt>
    <dgm:pt modelId="{14BB7E33-3D7B-4181-9831-8E8E3755E681}">
      <dgm:prSet/>
      <dgm:spPr/>
      <dgm:t>
        <a:bodyPr/>
        <a:lstStyle/>
        <a:p>
          <a:r>
            <a:rPr lang="en-GB"/>
            <a:t>1904 Ivan Pavlov’s work on classical conditioning - Introduced behavioral experiments, shifting focus to observable responses and scientific objectivity.</a:t>
          </a:r>
          <a:endParaRPr lang="en-US"/>
        </a:p>
      </dgm:t>
    </dgm:pt>
    <dgm:pt modelId="{2F11B69B-C2D3-4D1A-A632-CFD4381A2CD1}" type="parTrans" cxnId="{CFC2CB23-3640-4AD0-906A-C7F87CD4C8C0}">
      <dgm:prSet/>
      <dgm:spPr/>
      <dgm:t>
        <a:bodyPr/>
        <a:lstStyle/>
        <a:p>
          <a:endParaRPr lang="en-US"/>
        </a:p>
      </dgm:t>
    </dgm:pt>
    <dgm:pt modelId="{FDDE9D1F-7B35-49F0-83E1-F7F1D8017947}" type="sibTrans" cxnId="{CFC2CB23-3640-4AD0-906A-C7F87CD4C8C0}">
      <dgm:prSet/>
      <dgm:spPr/>
      <dgm:t>
        <a:bodyPr/>
        <a:lstStyle/>
        <a:p>
          <a:endParaRPr lang="en-US"/>
        </a:p>
      </dgm:t>
    </dgm:pt>
    <dgm:pt modelId="{8FCB09EB-9F45-461D-84B8-866CD342E366}">
      <dgm:prSet/>
      <dgm:spPr/>
      <dgm:t>
        <a:bodyPr/>
        <a:lstStyle/>
        <a:p>
          <a:r>
            <a:rPr lang="en-GB"/>
            <a:t>1905 Binet first IQ test - Developed empirical tools for measuring cognition, advancing psychometrics as a science.</a:t>
          </a:r>
          <a:endParaRPr lang="en-US"/>
        </a:p>
      </dgm:t>
    </dgm:pt>
    <dgm:pt modelId="{0FF2652B-BC75-4F59-BDA8-ABCD7581A80D}" type="parTrans" cxnId="{D71CA31B-CB32-42CF-A4D0-E9D1DE0F6EA7}">
      <dgm:prSet/>
      <dgm:spPr/>
      <dgm:t>
        <a:bodyPr/>
        <a:lstStyle/>
        <a:p>
          <a:endParaRPr lang="en-US"/>
        </a:p>
      </dgm:t>
    </dgm:pt>
    <dgm:pt modelId="{CCC5C36E-85C5-4EEF-A5CD-948192F0B75E}" type="sibTrans" cxnId="{D71CA31B-CB32-42CF-A4D0-E9D1DE0F6EA7}">
      <dgm:prSet/>
      <dgm:spPr/>
      <dgm:t>
        <a:bodyPr/>
        <a:lstStyle/>
        <a:p>
          <a:endParaRPr lang="en-US"/>
        </a:p>
      </dgm:t>
    </dgm:pt>
    <dgm:pt modelId="{A6435022-A5EA-4F4A-9318-133FD7E7111D}">
      <dgm:prSet/>
      <dgm:spPr/>
      <dgm:t>
        <a:bodyPr/>
        <a:lstStyle/>
        <a:p>
          <a:r>
            <a:rPr lang="en-GB"/>
            <a:t>1912 Gestalt Psychology - studies of perception, enriching scientific approaches.</a:t>
          </a:r>
          <a:endParaRPr lang="en-US"/>
        </a:p>
      </dgm:t>
    </dgm:pt>
    <dgm:pt modelId="{F8614412-BD00-4318-B1D7-BEEDCB81B185}" type="parTrans" cxnId="{7A0ACADD-40E4-4683-8734-5EC59AD0B69B}">
      <dgm:prSet/>
      <dgm:spPr/>
      <dgm:t>
        <a:bodyPr/>
        <a:lstStyle/>
        <a:p>
          <a:endParaRPr lang="en-US"/>
        </a:p>
      </dgm:t>
    </dgm:pt>
    <dgm:pt modelId="{9398A405-AD7B-41E5-9581-414C3D8AF46F}" type="sibTrans" cxnId="{7A0ACADD-40E4-4683-8734-5EC59AD0B69B}">
      <dgm:prSet/>
      <dgm:spPr/>
      <dgm:t>
        <a:bodyPr/>
        <a:lstStyle/>
        <a:p>
          <a:endParaRPr lang="en-US"/>
        </a:p>
      </dgm:t>
    </dgm:pt>
    <dgm:pt modelId="{AC520369-928E-4240-A41A-B326814561E4}">
      <dgm:prSet/>
      <dgm:spPr/>
      <dgm:t>
        <a:bodyPr/>
        <a:lstStyle/>
        <a:p>
          <a:r>
            <a:rPr lang="en-GB"/>
            <a:t>1913 - 1920 Watson’s Behaviourism and Little Albert Experiment - emphasized experimentation over introspection</a:t>
          </a:r>
          <a:endParaRPr lang="en-US"/>
        </a:p>
      </dgm:t>
    </dgm:pt>
    <dgm:pt modelId="{4314D25A-C30C-4227-A9D5-B6B12C86A297}" type="parTrans" cxnId="{E1D296B5-93CB-45A0-8314-457510D626EC}">
      <dgm:prSet/>
      <dgm:spPr/>
      <dgm:t>
        <a:bodyPr/>
        <a:lstStyle/>
        <a:p>
          <a:endParaRPr lang="en-US"/>
        </a:p>
      </dgm:t>
    </dgm:pt>
    <dgm:pt modelId="{7E654389-549E-469D-ADD6-067BD47DCC64}" type="sibTrans" cxnId="{E1D296B5-93CB-45A0-8314-457510D626EC}">
      <dgm:prSet/>
      <dgm:spPr/>
      <dgm:t>
        <a:bodyPr/>
        <a:lstStyle/>
        <a:p>
          <a:endParaRPr lang="en-US"/>
        </a:p>
      </dgm:t>
    </dgm:pt>
    <dgm:pt modelId="{38B10FFA-5404-4022-8D57-32B72F7F166B}">
      <dgm:prSet/>
      <dgm:spPr/>
      <dgm:t>
        <a:bodyPr/>
        <a:lstStyle/>
        <a:p>
          <a:r>
            <a:rPr lang="en-GB"/>
            <a:t>1932 Jean Piaget - Used empirical observation to map child cognition, establishing developmental psychology as a science.</a:t>
          </a:r>
          <a:endParaRPr lang="en-US"/>
        </a:p>
      </dgm:t>
    </dgm:pt>
    <dgm:pt modelId="{628FE254-3CFA-4DB8-90A6-10FA233C1161}" type="parTrans" cxnId="{3612FFC0-06FB-48D7-AB74-055FA5794FD3}">
      <dgm:prSet/>
      <dgm:spPr/>
      <dgm:t>
        <a:bodyPr/>
        <a:lstStyle/>
        <a:p>
          <a:endParaRPr lang="en-US"/>
        </a:p>
      </dgm:t>
    </dgm:pt>
    <dgm:pt modelId="{ED13B281-5609-4375-A36E-0277816E5E11}" type="sibTrans" cxnId="{3612FFC0-06FB-48D7-AB74-055FA5794FD3}">
      <dgm:prSet/>
      <dgm:spPr/>
      <dgm:t>
        <a:bodyPr/>
        <a:lstStyle/>
        <a:p>
          <a:endParaRPr lang="en-US"/>
        </a:p>
      </dgm:t>
    </dgm:pt>
    <dgm:pt modelId="{047261E8-BE90-4827-BA67-CF94B20A9998}" type="pres">
      <dgm:prSet presAssocID="{19A024E3-2235-4AEE-B2FE-CAE00D3AA796}" presName="root" presStyleCnt="0">
        <dgm:presLayoutVars>
          <dgm:dir/>
          <dgm:resizeHandles val="exact"/>
        </dgm:presLayoutVars>
      </dgm:prSet>
      <dgm:spPr/>
      <dgm:t>
        <a:bodyPr/>
        <a:lstStyle/>
        <a:p>
          <a:endParaRPr lang="en-US"/>
        </a:p>
      </dgm:t>
    </dgm:pt>
    <dgm:pt modelId="{2A65246D-8333-4E58-83B8-701FA738A1B7}" type="pres">
      <dgm:prSet presAssocID="{86F6A8A6-8153-4C4B-9EAB-6359A9BA62B8}" presName="compNode" presStyleCnt="0"/>
      <dgm:spPr/>
    </dgm:pt>
    <dgm:pt modelId="{39CBCA45-2496-4C94-976A-DFD0E5059CD6}" type="pres">
      <dgm:prSet presAssocID="{86F6A8A6-8153-4C4B-9EAB-6359A9BA62B8}" presName="bgRect" presStyleLbl="bgShp" presStyleIdx="0" presStyleCnt="6"/>
      <dgm:spPr/>
    </dgm:pt>
    <dgm:pt modelId="{28DF1850-FB60-4950-A98A-6C1D3C6A68CF}" type="pres">
      <dgm:prSet presAssocID="{86F6A8A6-8153-4C4B-9EAB-6359A9BA62B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pt>
    <dgm:pt modelId="{189B9EBC-86B1-4B6F-BF80-4EEEF3148BF1}" type="pres">
      <dgm:prSet presAssocID="{86F6A8A6-8153-4C4B-9EAB-6359A9BA62B8}" presName="spaceRect" presStyleCnt="0"/>
      <dgm:spPr/>
    </dgm:pt>
    <dgm:pt modelId="{231A96D8-89BA-4558-9654-039A812BE510}" type="pres">
      <dgm:prSet presAssocID="{86F6A8A6-8153-4C4B-9EAB-6359A9BA62B8}" presName="parTx" presStyleLbl="revTx" presStyleIdx="0" presStyleCnt="6">
        <dgm:presLayoutVars>
          <dgm:chMax val="0"/>
          <dgm:chPref val="0"/>
        </dgm:presLayoutVars>
      </dgm:prSet>
      <dgm:spPr/>
      <dgm:t>
        <a:bodyPr/>
        <a:lstStyle/>
        <a:p>
          <a:endParaRPr lang="en-US"/>
        </a:p>
      </dgm:t>
    </dgm:pt>
    <dgm:pt modelId="{F719F14F-9120-46E4-98D8-C945E0DC13DE}" type="pres">
      <dgm:prSet presAssocID="{537043DA-F42B-4784-97C6-FEABA06DACE3}" presName="sibTrans" presStyleCnt="0"/>
      <dgm:spPr/>
    </dgm:pt>
    <dgm:pt modelId="{5A28A3FF-6B06-4E6B-BB26-43E141880C41}" type="pres">
      <dgm:prSet presAssocID="{14BB7E33-3D7B-4181-9831-8E8E3755E681}" presName="compNode" presStyleCnt="0"/>
      <dgm:spPr/>
    </dgm:pt>
    <dgm:pt modelId="{7F637115-503F-4284-8FD5-5F4F7A8E2332}" type="pres">
      <dgm:prSet presAssocID="{14BB7E33-3D7B-4181-9831-8E8E3755E681}" presName="bgRect" presStyleLbl="bgShp" presStyleIdx="1" presStyleCnt="6"/>
      <dgm:spPr/>
    </dgm:pt>
    <dgm:pt modelId="{E8AE2EF5-034C-4C36-ACAE-56E976DD7590}" type="pres">
      <dgm:prSet presAssocID="{14BB7E33-3D7B-4181-9831-8E8E3755E68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pt>
    <dgm:pt modelId="{BD933EC0-A65D-4266-A662-C3BE77BA6603}" type="pres">
      <dgm:prSet presAssocID="{14BB7E33-3D7B-4181-9831-8E8E3755E681}" presName="spaceRect" presStyleCnt="0"/>
      <dgm:spPr/>
    </dgm:pt>
    <dgm:pt modelId="{6447521A-1BEE-43B2-A30E-F42052967E45}" type="pres">
      <dgm:prSet presAssocID="{14BB7E33-3D7B-4181-9831-8E8E3755E681}" presName="parTx" presStyleLbl="revTx" presStyleIdx="1" presStyleCnt="6">
        <dgm:presLayoutVars>
          <dgm:chMax val="0"/>
          <dgm:chPref val="0"/>
        </dgm:presLayoutVars>
      </dgm:prSet>
      <dgm:spPr/>
      <dgm:t>
        <a:bodyPr/>
        <a:lstStyle/>
        <a:p>
          <a:endParaRPr lang="en-US"/>
        </a:p>
      </dgm:t>
    </dgm:pt>
    <dgm:pt modelId="{42AA6FE7-5A15-4CF3-A064-636F708FC3B5}" type="pres">
      <dgm:prSet presAssocID="{FDDE9D1F-7B35-49F0-83E1-F7F1D8017947}" presName="sibTrans" presStyleCnt="0"/>
      <dgm:spPr/>
    </dgm:pt>
    <dgm:pt modelId="{E69F4816-6CD4-4CAF-B4E3-B432403CCBC7}" type="pres">
      <dgm:prSet presAssocID="{8FCB09EB-9F45-461D-84B8-866CD342E366}" presName="compNode" presStyleCnt="0"/>
      <dgm:spPr/>
    </dgm:pt>
    <dgm:pt modelId="{2FB09B6E-6C6E-4732-8B07-AF52D907B3C6}" type="pres">
      <dgm:prSet presAssocID="{8FCB09EB-9F45-461D-84B8-866CD342E366}" presName="bgRect" presStyleLbl="bgShp" presStyleIdx="2" presStyleCnt="6"/>
      <dgm:spPr/>
    </dgm:pt>
    <dgm:pt modelId="{4F8C55D5-30D1-4635-B1D4-DDE674505844}" type="pres">
      <dgm:prSet presAssocID="{8FCB09EB-9F45-461D-84B8-866CD342E36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pt>
    <dgm:pt modelId="{AD730D83-F951-4B2C-A9B6-E888CFE35F79}" type="pres">
      <dgm:prSet presAssocID="{8FCB09EB-9F45-461D-84B8-866CD342E366}" presName="spaceRect" presStyleCnt="0"/>
      <dgm:spPr/>
    </dgm:pt>
    <dgm:pt modelId="{C5A816F5-496A-44CB-A1CC-EB5228028E3E}" type="pres">
      <dgm:prSet presAssocID="{8FCB09EB-9F45-461D-84B8-866CD342E366}" presName="parTx" presStyleLbl="revTx" presStyleIdx="2" presStyleCnt="6">
        <dgm:presLayoutVars>
          <dgm:chMax val="0"/>
          <dgm:chPref val="0"/>
        </dgm:presLayoutVars>
      </dgm:prSet>
      <dgm:spPr/>
      <dgm:t>
        <a:bodyPr/>
        <a:lstStyle/>
        <a:p>
          <a:endParaRPr lang="en-US"/>
        </a:p>
      </dgm:t>
    </dgm:pt>
    <dgm:pt modelId="{5CF50F9D-D38A-480C-A31C-DA7785C6D63C}" type="pres">
      <dgm:prSet presAssocID="{CCC5C36E-85C5-4EEF-A5CD-948192F0B75E}" presName="sibTrans" presStyleCnt="0"/>
      <dgm:spPr/>
    </dgm:pt>
    <dgm:pt modelId="{FC1BFF80-16CD-42C8-979D-DA01A4D1CECB}" type="pres">
      <dgm:prSet presAssocID="{A6435022-A5EA-4F4A-9318-133FD7E7111D}" presName="compNode" presStyleCnt="0"/>
      <dgm:spPr/>
    </dgm:pt>
    <dgm:pt modelId="{05A197DC-AD1C-447C-A88B-AB577C4FB08C}" type="pres">
      <dgm:prSet presAssocID="{A6435022-A5EA-4F4A-9318-133FD7E7111D}" presName="bgRect" presStyleLbl="bgShp" presStyleIdx="3" presStyleCnt="6"/>
      <dgm:spPr/>
    </dgm:pt>
    <dgm:pt modelId="{7E5224FA-5DDF-4E1B-BAB0-4FE8F524537A}" type="pres">
      <dgm:prSet presAssocID="{A6435022-A5EA-4F4A-9318-133FD7E7111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pt>
    <dgm:pt modelId="{1D741913-8783-438F-8BA7-D883AD1C9468}" type="pres">
      <dgm:prSet presAssocID="{A6435022-A5EA-4F4A-9318-133FD7E7111D}" presName="spaceRect" presStyleCnt="0"/>
      <dgm:spPr/>
    </dgm:pt>
    <dgm:pt modelId="{EFC9FD3F-8D24-4920-82CF-B201BD73108A}" type="pres">
      <dgm:prSet presAssocID="{A6435022-A5EA-4F4A-9318-133FD7E7111D}" presName="parTx" presStyleLbl="revTx" presStyleIdx="3" presStyleCnt="6">
        <dgm:presLayoutVars>
          <dgm:chMax val="0"/>
          <dgm:chPref val="0"/>
        </dgm:presLayoutVars>
      </dgm:prSet>
      <dgm:spPr/>
      <dgm:t>
        <a:bodyPr/>
        <a:lstStyle/>
        <a:p>
          <a:endParaRPr lang="en-US"/>
        </a:p>
      </dgm:t>
    </dgm:pt>
    <dgm:pt modelId="{1E3B7F82-37C9-4F24-A775-205F6FB534FB}" type="pres">
      <dgm:prSet presAssocID="{9398A405-AD7B-41E5-9581-414C3D8AF46F}" presName="sibTrans" presStyleCnt="0"/>
      <dgm:spPr/>
    </dgm:pt>
    <dgm:pt modelId="{F1A81D00-A976-421E-9A08-903284502E18}" type="pres">
      <dgm:prSet presAssocID="{AC520369-928E-4240-A41A-B326814561E4}" presName="compNode" presStyleCnt="0"/>
      <dgm:spPr/>
    </dgm:pt>
    <dgm:pt modelId="{12159907-DE6F-41A5-8415-2DF160666E3D}" type="pres">
      <dgm:prSet presAssocID="{AC520369-928E-4240-A41A-B326814561E4}" presName="bgRect" presStyleLbl="bgShp" presStyleIdx="4" presStyleCnt="6"/>
      <dgm:spPr/>
    </dgm:pt>
    <dgm:pt modelId="{5EEFE5C2-28B7-487F-A06D-9CBEE76529B5}" type="pres">
      <dgm:prSet presAssocID="{AC520369-928E-4240-A41A-B326814561E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pt>
    <dgm:pt modelId="{1FEF27DA-99E4-4620-A830-484A1772B8E7}" type="pres">
      <dgm:prSet presAssocID="{AC520369-928E-4240-A41A-B326814561E4}" presName="spaceRect" presStyleCnt="0"/>
      <dgm:spPr/>
    </dgm:pt>
    <dgm:pt modelId="{CA89E7C9-B505-405D-940E-330FCDD63D14}" type="pres">
      <dgm:prSet presAssocID="{AC520369-928E-4240-A41A-B326814561E4}" presName="parTx" presStyleLbl="revTx" presStyleIdx="4" presStyleCnt="6">
        <dgm:presLayoutVars>
          <dgm:chMax val="0"/>
          <dgm:chPref val="0"/>
        </dgm:presLayoutVars>
      </dgm:prSet>
      <dgm:spPr/>
      <dgm:t>
        <a:bodyPr/>
        <a:lstStyle/>
        <a:p>
          <a:endParaRPr lang="en-US"/>
        </a:p>
      </dgm:t>
    </dgm:pt>
    <dgm:pt modelId="{31484D6C-D7DF-47EB-A8A0-316B3528AEE6}" type="pres">
      <dgm:prSet presAssocID="{7E654389-549E-469D-ADD6-067BD47DCC64}" presName="sibTrans" presStyleCnt="0"/>
      <dgm:spPr/>
    </dgm:pt>
    <dgm:pt modelId="{939B8E06-0555-49E4-8346-6AC0BF787950}" type="pres">
      <dgm:prSet presAssocID="{38B10FFA-5404-4022-8D57-32B72F7F166B}" presName="compNode" presStyleCnt="0"/>
      <dgm:spPr/>
    </dgm:pt>
    <dgm:pt modelId="{8DFA43A7-ED3A-45DB-BACF-21C7CD7E8724}" type="pres">
      <dgm:prSet presAssocID="{38B10FFA-5404-4022-8D57-32B72F7F166B}" presName="bgRect" presStyleLbl="bgShp" presStyleIdx="5" presStyleCnt="6"/>
      <dgm:spPr/>
    </dgm:pt>
    <dgm:pt modelId="{D80CB776-79A6-4093-A3EC-9BCB1FB65AFA}" type="pres">
      <dgm:prSet presAssocID="{38B10FFA-5404-4022-8D57-32B72F7F166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a:blipFill>
        <a:ln>
          <a:noFill/>
        </a:ln>
      </dgm:spPr>
    </dgm:pt>
    <dgm:pt modelId="{6A44DC98-C613-43E9-8E8D-64300A2A8FC4}" type="pres">
      <dgm:prSet presAssocID="{38B10FFA-5404-4022-8D57-32B72F7F166B}" presName="spaceRect" presStyleCnt="0"/>
      <dgm:spPr/>
    </dgm:pt>
    <dgm:pt modelId="{96625CFA-7FA7-41DA-8E56-E72C50F15A62}" type="pres">
      <dgm:prSet presAssocID="{38B10FFA-5404-4022-8D57-32B72F7F166B}" presName="parTx" presStyleLbl="revTx" presStyleIdx="5" presStyleCnt="6">
        <dgm:presLayoutVars>
          <dgm:chMax val="0"/>
          <dgm:chPref val="0"/>
        </dgm:presLayoutVars>
      </dgm:prSet>
      <dgm:spPr/>
      <dgm:t>
        <a:bodyPr/>
        <a:lstStyle/>
        <a:p>
          <a:endParaRPr lang="en-US"/>
        </a:p>
      </dgm:t>
    </dgm:pt>
  </dgm:ptLst>
  <dgm:cxnLst>
    <dgm:cxn modelId="{3612FFC0-06FB-48D7-AB74-055FA5794FD3}" srcId="{19A024E3-2235-4AEE-B2FE-CAE00D3AA796}" destId="{38B10FFA-5404-4022-8D57-32B72F7F166B}" srcOrd="5" destOrd="0" parTransId="{628FE254-3CFA-4DB8-90A6-10FA233C1161}" sibTransId="{ED13B281-5609-4375-A36E-0277816E5E11}"/>
    <dgm:cxn modelId="{E1D296B5-93CB-45A0-8314-457510D626EC}" srcId="{19A024E3-2235-4AEE-B2FE-CAE00D3AA796}" destId="{AC520369-928E-4240-A41A-B326814561E4}" srcOrd="4" destOrd="0" parTransId="{4314D25A-C30C-4227-A9D5-B6B12C86A297}" sibTransId="{7E654389-549E-469D-ADD6-067BD47DCC64}"/>
    <dgm:cxn modelId="{5C845BA3-0427-4E60-ABA4-798AAB58D3E6}" type="presOf" srcId="{AC520369-928E-4240-A41A-B326814561E4}" destId="{CA89E7C9-B505-405D-940E-330FCDD63D14}" srcOrd="0" destOrd="0" presId="urn:microsoft.com/office/officeart/2018/2/layout/IconVerticalSolidList"/>
    <dgm:cxn modelId="{7AE8408C-7DA9-47F0-A088-3E64A0D9D55C}" type="presOf" srcId="{A6435022-A5EA-4F4A-9318-133FD7E7111D}" destId="{EFC9FD3F-8D24-4920-82CF-B201BD73108A}" srcOrd="0" destOrd="0" presId="urn:microsoft.com/office/officeart/2018/2/layout/IconVerticalSolidList"/>
    <dgm:cxn modelId="{9B50A7E1-E35F-4090-AF0E-EDF2C6FBDDF0}" type="presOf" srcId="{14BB7E33-3D7B-4181-9831-8E8E3755E681}" destId="{6447521A-1BEE-43B2-A30E-F42052967E45}" srcOrd="0" destOrd="0" presId="urn:microsoft.com/office/officeart/2018/2/layout/IconVerticalSolidList"/>
    <dgm:cxn modelId="{731CFCFF-0425-4211-98FA-B023EDA346A6}" type="presOf" srcId="{38B10FFA-5404-4022-8D57-32B72F7F166B}" destId="{96625CFA-7FA7-41DA-8E56-E72C50F15A62}" srcOrd="0" destOrd="0" presId="urn:microsoft.com/office/officeart/2018/2/layout/IconVerticalSolidList"/>
    <dgm:cxn modelId="{B0084FF7-1FCC-447B-A814-99D8A061DA58}" type="presOf" srcId="{86F6A8A6-8153-4C4B-9EAB-6359A9BA62B8}" destId="{231A96D8-89BA-4558-9654-039A812BE510}" srcOrd="0" destOrd="0" presId="urn:microsoft.com/office/officeart/2018/2/layout/IconVerticalSolidList"/>
    <dgm:cxn modelId="{7A0ACADD-40E4-4683-8734-5EC59AD0B69B}" srcId="{19A024E3-2235-4AEE-B2FE-CAE00D3AA796}" destId="{A6435022-A5EA-4F4A-9318-133FD7E7111D}" srcOrd="3" destOrd="0" parTransId="{F8614412-BD00-4318-B1D7-BEEDCB81B185}" sibTransId="{9398A405-AD7B-41E5-9581-414C3D8AF46F}"/>
    <dgm:cxn modelId="{275DC216-0942-49CB-97A2-EE036349C4AD}" type="presOf" srcId="{8FCB09EB-9F45-461D-84B8-866CD342E366}" destId="{C5A816F5-496A-44CB-A1CC-EB5228028E3E}" srcOrd="0" destOrd="0" presId="urn:microsoft.com/office/officeart/2018/2/layout/IconVerticalSolidList"/>
    <dgm:cxn modelId="{CFC2CB23-3640-4AD0-906A-C7F87CD4C8C0}" srcId="{19A024E3-2235-4AEE-B2FE-CAE00D3AA796}" destId="{14BB7E33-3D7B-4181-9831-8E8E3755E681}" srcOrd="1" destOrd="0" parTransId="{2F11B69B-C2D3-4D1A-A632-CFD4381A2CD1}" sibTransId="{FDDE9D1F-7B35-49F0-83E1-F7F1D8017947}"/>
    <dgm:cxn modelId="{1B31FD1C-A47A-4782-B0ED-137D6E8A603E}" srcId="{19A024E3-2235-4AEE-B2FE-CAE00D3AA796}" destId="{86F6A8A6-8153-4C4B-9EAB-6359A9BA62B8}" srcOrd="0" destOrd="0" parTransId="{E648909C-5E9B-4B07-91A8-FCD51B8D5E04}" sibTransId="{537043DA-F42B-4784-97C6-FEABA06DACE3}"/>
    <dgm:cxn modelId="{B28F2BA6-0C79-4F95-AA95-A278F873E984}" type="presOf" srcId="{19A024E3-2235-4AEE-B2FE-CAE00D3AA796}" destId="{047261E8-BE90-4827-BA67-CF94B20A9998}" srcOrd="0" destOrd="0" presId="urn:microsoft.com/office/officeart/2018/2/layout/IconVerticalSolidList"/>
    <dgm:cxn modelId="{D71CA31B-CB32-42CF-A4D0-E9D1DE0F6EA7}" srcId="{19A024E3-2235-4AEE-B2FE-CAE00D3AA796}" destId="{8FCB09EB-9F45-461D-84B8-866CD342E366}" srcOrd="2" destOrd="0" parTransId="{0FF2652B-BC75-4F59-BDA8-ABCD7581A80D}" sibTransId="{CCC5C36E-85C5-4EEF-A5CD-948192F0B75E}"/>
    <dgm:cxn modelId="{F06ECC1A-7353-4B91-9381-8A87FF1A94CE}" type="presParOf" srcId="{047261E8-BE90-4827-BA67-CF94B20A9998}" destId="{2A65246D-8333-4E58-83B8-701FA738A1B7}" srcOrd="0" destOrd="0" presId="urn:microsoft.com/office/officeart/2018/2/layout/IconVerticalSolidList"/>
    <dgm:cxn modelId="{69DE6220-D6C1-4299-8B8D-AA18CE7E92FE}" type="presParOf" srcId="{2A65246D-8333-4E58-83B8-701FA738A1B7}" destId="{39CBCA45-2496-4C94-976A-DFD0E5059CD6}" srcOrd="0" destOrd="0" presId="urn:microsoft.com/office/officeart/2018/2/layout/IconVerticalSolidList"/>
    <dgm:cxn modelId="{8C9109CE-98B7-45FC-93BD-40EBAC43A4C3}" type="presParOf" srcId="{2A65246D-8333-4E58-83B8-701FA738A1B7}" destId="{28DF1850-FB60-4950-A98A-6C1D3C6A68CF}" srcOrd="1" destOrd="0" presId="urn:microsoft.com/office/officeart/2018/2/layout/IconVerticalSolidList"/>
    <dgm:cxn modelId="{B5A1B405-ECE5-4FE8-A979-CF679DDAB39D}" type="presParOf" srcId="{2A65246D-8333-4E58-83B8-701FA738A1B7}" destId="{189B9EBC-86B1-4B6F-BF80-4EEEF3148BF1}" srcOrd="2" destOrd="0" presId="urn:microsoft.com/office/officeart/2018/2/layout/IconVerticalSolidList"/>
    <dgm:cxn modelId="{FAE8AA20-43EE-43B4-9C90-F96FEA72ED9A}" type="presParOf" srcId="{2A65246D-8333-4E58-83B8-701FA738A1B7}" destId="{231A96D8-89BA-4558-9654-039A812BE510}" srcOrd="3" destOrd="0" presId="urn:microsoft.com/office/officeart/2018/2/layout/IconVerticalSolidList"/>
    <dgm:cxn modelId="{87052F3C-7619-403C-93FA-F0C5B4D293A2}" type="presParOf" srcId="{047261E8-BE90-4827-BA67-CF94B20A9998}" destId="{F719F14F-9120-46E4-98D8-C945E0DC13DE}" srcOrd="1" destOrd="0" presId="urn:microsoft.com/office/officeart/2018/2/layout/IconVerticalSolidList"/>
    <dgm:cxn modelId="{7B60E366-5977-4013-A384-B2A8036FE98B}" type="presParOf" srcId="{047261E8-BE90-4827-BA67-CF94B20A9998}" destId="{5A28A3FF-6B06-4E6B-BB26-43E141880C41}" srcOrd="2" destOrd="0" presId="urn:microsoft.com/office/officeart/2018/2/layout/IconVerticalSolidList"/>
    <dgm:cxn modelId="{B0BCE656-428F-4426-8B40-059DF32413FB}" type="presParOf" srcId="{5A28A3FF-6B06-4E6B-BB26-43E141880C41}" destId="{7F637115-503F-4284-8FD5-5F4F7A8E2332}" srcOrd="0" destOrd="0" presId="urn:microsoft.com/office/officeart/2018/2/layout/IconVerticalSolidList"/>
    <dgm:cxn modelId="{21D93F7F-863B-438D-BC57-82084A6CF583}" type="presParOf" srcId="{5A28A3FF-6B06-4E6B-BB26-43E141880C41}" destId="{E8AE2EF5-034C-4C36-ACAE-56E976DD7590}" srcOrd="1" destOrd="0" presId="urn:microsoft.com/office/officeart/2018/2/layout/IconVerticalSolidList"/>
    <dgm:cxn modelId="{A5AEBFFA-B0B3-4415-B6C7-5CC57E0425F2}" type="presParOf" srcId="{5A28A3FF-6B06-4E6B-BB26-43E141880C41}" destId="{BD933EC0-A65D-4266-A662-C3BE77BA6603}" srcOrd="2" destOrd="0" presId="urn:microsoft.com/office/officeart/2018/2/layout/IconVerticalSolidList"/>
    <dgm:cxn modelId="{06CF6A23-F14B-48C8-8ECC-B58A3CE001BC}" type="presParOf" srcId="{5A28A3FF-6B06-4E6B-BB26-43E141880C41}" destId="{6447521A-1BEE-43B2-A30E-F42052967E45}" srcOrd="3" destOrd="0" presId="urn:microsoft.com/office/officeart/2018/2/layout/IconVerticalSolidList"/>
    <dgm:cxn modelId="{ABBC855C-4681-4D94-A973-969AA6792D61}" type="presParOf" srcId="{047261E8-BE90-4827-BA67-CF94B20A9998}" destId="{42AA6FE7-5A15-4CF3-A064-636F708FC3B5}" srcOrd="3" destOrd="0" presId="urn:microsoft.com/office/officeart/2018/2/layout/IconVerticalSolidList"/>
    <dgm:cxn modelId="{633DF667-3730-4802-BCA2-54669B834948}" type="presParOf" srcId="{047261E8-BE90-4827-BA67-CF94B20A9998}" destId="{E69F4816-6CD4-4CAF-B4E3-B432403CCBC7}" srcOrd="4" destOrd="0" presId="urn:microsoft.com/office/officeart/2018/2/layout/IconVerticalSolidList"/>
    <dgm:cxn modelId="{7CA6F211-6320-4A64-A118-E0DE82616DF8}" type="presParOf" srcId="{E69F4816-6CD4-4CAF-B4E3-B432403CCBC7}" destId="{2FB09B6E-6C6E-4732-8B07-AF52D907B3C6}" srcOrd="0" destOrd="0" presId="urn:microsoft.com/office/officeart/2018/2/layout/IconVerticalSolidList"/>
    <dgm:cxn modelId="{3A2A3577-621A-46A5-AA5E-463DB12B509C}" type="presParOf" srcId="{E69F4816-6CD4-4CAF-B4E3-B432403CCBC7}" destId="{4F8C55D5-30D1-4635-B1D4-DDE674505844}" srcOrd="1" destOrd="0" presId="urn:microsoft.com/office/officeart/2018/2/layout/IconVerticalSolidList"/>
    <dgm:cxn modelId="{D50B8B29-BE24-4613-9C30-7C43F2060B07}" type="presParOf" srcId="{E69F4816-6CD4-4CAF-B4E3-B432403CCBC7}" destId="{AD730D83-F951-4B2C-A9B6-E888CFE35F79}" srcOrd="2" destOrd="0" presId="urn:microsoft.com/office/officeart/2018/2/layout/IconVerticalSolidList"/>
    <dgm:cxn modelId="{1F8D21DB-BC6A-4CB0-8127-8CDCD167C291}" type="presParOf" srcId="{E69F4816-6CD4-4CAF-B4E3-B432403CCBC7}" destId="{C5A816F5-496A-44CB-A1CC-EB5228028E3E}" srcOrd="3" destOrd="0" presId="urn:microsoft.com/office/officeart/2018/2/layout/IconVerticalSolidList"/>
    <dgm:cxn modelId="{5D77D3B0-DACC-4C5B-9EB4-7574F4FA97A6}" type="presParOf" srcId="{047261E8-BE90-4827-BA67-CF94B20A9998}" destId="{5CF50F9D-D38A-480C-A31C-DA7785C6D63C}" srcOrd="5" destOrd="0" presId="urn:microsoft.com/office/officeart/2018/2/layout/IconVerticalSolidList"/>
    <dgm:cxn modelId="{F17C02C2-2BB5-4115-BF07-8C451AC50DCD}" type="presParOf" srcId="{047261E8-BE90-4827-BA67-CF94B20A9998}" destId="{FC1BFF80-16CD-42C8-979D-DA01A4D1CECB}" srcOrd="6" destOrd="0" presId="urn:microsoft.com/office/officeart/2018/2/layout/IconVerticalSolidList"/>
    <dgm:cxn modelId="{5342E640-F521-4C9E-8A45-3C49AE7E91CC}" type="presParOf" srcId="{FC1BFF80-16CD-42C8-979D-DA01A4D1CECB}" destId="{05A197DC-AD1C-447C-A88B-AB577C4FB08C}" srcOrd="0" destOrd="0" presId="urn:microsoft.com/office/officeart/2018/2/layout/IconVerticalSolidList"/>
    <dgm:cxn modelId="{8DBDDCBC-829E-42C4-9C63-8AC58819C3DF}" type="presParOf" srcId="{FC1BFF80-16CD-42C8-979D-DA01A4D1CECB}" destId="{7E5224FA-5DDF-4E1B-BAB0-4FE8F524537A}" srcOrd="1" destOrd="0" presId="urn:microsoft.com/office/officeart/2018/2/layout/IconVerticalSolidList"/>
    <dgm:cxn modelId="{E5B1AEF5-E3B0-4340-9B35-F18DFF57317F}" type="presParOf" srcId="{FC1BFF80-16CD-42C8-979D-DA01A4D1CECB}" destId="{1D741913-8783-438F-8BA7-D883AD1C9468}" srcOrd="2" destOrd="0" presId="urn:microsoft.com/office/officeart/2018/2/layout/IconVerticalSolidList"/>
    <dgm:cxn modelId="{33A6B481-9320-4878-9115-76A6A043273D}" type="presParOf" srcId="{FC1BFF80-16CD-42C8-979D-DA01A4D1CECB}" destId="{EFC9FD3F-8D24-4920-82CF-B201BD73108A}" srcOrd="3" destOrd="0" presId="urn:microsoft.com/office/officeart/2018/2/layout/IconVerticalSolidList"/>
    <dgm:cxn modelId="{EDEFA272-9ABB-4E20-84FE-95830461F9ED}" type="presParOf" srcId="{047261E8-BE90-4827-BA67-CF94B20A9998}" destId="{1E3B7F82-37C9-4F24-A775-205F6FB534FB}" srcOrd="7" destOrd="0" presId="urn:microsoft.com/office/officeart/2018/2/layout/IconVerticalSolidList"/>
    <dgm:cxn modelId="{510AC382-0614-40B1-BAE6-7EC2378E7ADE}" type="presParOf" srcId="{047261E8-BE90-4827-BA67-CF94B20A9998}" destId="{F1A81D00-A976-421E-9A08-903284502E18}" srcOrd="8" destOrd="0" presId="urn:microsoft.com/office/officeart/2018/2/layout/IconVerticalSolidList"/>
    <dgm:cxn modelId="{11C29A16-0DF1-4C29-8382-3BC16ED22B47}" type="presParOf" srcId="{F1A81D00-A976-421E-9A08-903284502E18}" destId="{12159907-DE6F-41A5-8415-2DF160666E3D}" srcOrd="0" destOrd="0" presId="urn:microsoft.com/office/officeart/2018/2/layout/IconVerticalSolidList"/>
    <dgm:cxn modelId="{E748427E-BA17-4B46-B560-553C038ACE9F}" type="presParOf" srcId="{F1A81D00-A976-421E-9A08-903284502E18}" destId="{5EEFE5C2-28B7-487F-A06D-9CBEE76529B5}" srcOrd="1" destOrd="0" presId="urn:microsoft.com/office/officeart/2018/2/layout/IconVerticalSolidList"/>
    <dgm:cxn modelId="{8EDFC0C3-8129-4731-8EE3-4F4E5C31E0A7}" type="presParOf" srcId="{F1A81D00-A976-421E-9A08-903284502E18}" destId="{1FEF27DA-99E4-4620-A830-484A1772B8E7}" srcOrd="2" destOrd="0" presId="urn:microsoft.com/office/officeart/2018/2/layout/IconVerticalSolidList"/>
    <dgm:cxn modelId="{09EF09AA-862D-44D9-BFD2-147161BD8AA1}" type="presParOf" srcId="{F1A81D00-A976-421E-9A08-903284502E18}" destId="{CA89E7C9-B505-405D-940E-330FCDD63D14}" srcOrd="3" destOrd="0" presId="urn:microsoft.com/office/officeart/2018/2/layout/IconVerticalSolidList"/>
    <dgm:cxn modelId="{91A7D356-FF50-404D-9D91-EC893015D856}" type="presParOf" srcId="{047261E8-BE90-4827-BA67-CF94B20A9998}" destId="{31484D6C-D7DF-47EB-A8A0-316B3528AEE6}" srcOrd="9" destOrd="0" presId="urn:microsoft.com/office/officeart/2018/2/layout/IconVerticalSolidList"/>
    <dgm:cxn modelId="{EBCE50A8-1ECA-43D5-B1B7-54AE10C99419}" type="presParOf" srcId="{047261E8-BE90-4827-BA67-CF94B20A9998}" destId="{939B8E06-0555-49E4-8346-6AC0BF787950}" srcOrd="10" destOrd="0" presId="urn:microsoft.com/office/officeart/2018/2/layout/IconVerticalSolidList"/>
    <dgm:cxn modelId="{787ACE20-B267-4081-A7E9-7AB62982E908}" type="presParOf" srcId="{939B8E06-0555-49E4-8346-6AC0BF787950}" destId="{8DFA43A7-ED3A-45DB-BACF-21C7CD7E8724}" srcOrd="0" destOrd="0" presId="urn:microsoft.com/office/officeart/2018/2/layout/IconVerticalSolidList"/>
    <dgm:cxn modelId="{A0429250-A69D-4C1B-8BA1-CD4298A1086D}" type="presParOf" srcId="{939B8E06-0555-49E4-8346-6AC0BF787950}" destId="{D80CB776-79A6-4093-A3EC-9BCB1FB65AFA}" srcOrd="1" destOrd="0" presId="urn:microsoft.com/office/officeart/2018/2/layout/IconVerticalSolidList"/>
    <dgm:cxn modelId="{BEED0701-742A-49E5-91AD-2616378E9853}" type="presParOf" srcId="{939B8E06-0555-49E4-8346-6AC0BF787950}" destId="{6A44DC98-C613-43E9-8E8D-64300A2A8FC4}" srcOrd="2" destOrd="0" presId="urn:microsoft.com/office/officeart/2018/2/layout/IconVerticalSolidList"/>
    <dgm:cxn modelId="{CFE615DB-EC93-4776-811C-B2AB3F7DAD84}" type="presParOf" srcId="{939B8E06-0555-49E4-8346-6AC0BF787950}" destId="{96625CFA-7FA7-41DA-8E56-E72C50F15A6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521AEB-45B5-4FC8-ACD1-FA56E8B9FB70}" type="doc">
      <dgm:prSet loTypeId="urn:microsoft.com/office/officeart/2017/3/layout/DropPinTimeline" loCatId="process" qsTypeId="urn:microsoft.com/office/officeart/2005/8/quickstyle/simple2#1" qsCatId="simple" csTypeId="urn:microsoft.com/office/officeart/2005/8/colors/accent1_2#1" csCatId="accent1" phldr="1"/>
      <dgm:spPr/>
      <dgm:t>
        <a:bodyPr/>
        <a:lstStyle/>
        <a:p>
          <a:endParaRPr lang="en-US"/>
        </a:p>
      </dgm:t>
    </dgm:pt>
    <dgm:pt modelId="{9B4F85A5-B1DE-406D-A537-03D66587EF78}">
      <dgm:prSet/>
      <dgm:spPr/>
      <dgm:t>
        <a:bodyPr/>
        <a:lstStyle/>
        <a:p>
          <a:r>
            <a:rPr lang="en-US"/>
            <a:t>1935</a:t>
          </a:r>
        </a:p>
      </dgm:t>
    </dgm:pt>
    <dgm:pt modelId="{25BD0467-6832-4AF5-AF5C-977F1EF83EFC}" type="parTrans" cxnId="{1DFEBB9F-EC6D-41DE-883D-2880598D7691}">
      <dgm:prSet/>
      <dgm:spPr/>
      <dgm:t>
        <a:bodyPr/>
        <a:lstStyle/>
        <a:p>
          <a:endParaRPr lang="en-US"/>
        </a:p>
      </dgm:t>
    </dgm:pt>
    <dgm:pt modelId="{D2040B9C-6813-4307-AAAD-2BC5E8EAFB35}" type="sibTrans" cxnId="{1DFEBB9F-EC6D-41DE-883D-2880598D7691}">
      <dgm:prSet/>
      <dgm:spPr/>
      <dgm:t>
        <a:bodyPr/>
        <a:lstStyle/>
        <a:p>
          <a:endParaRPr lang="en-US"/>
        </a:p>
      </dgm:t>
    </dgm:pt>
    <dgm:pt modelId="{00D65C37-C3B7-4B1B-9DB7-92E8B41C7FD8}">
      <dgm:prSet/>
      <dgm:spPr/>
      <dgm:t>
        <a:bodyPr/>
        <a:lstStyle/>
        <a:p>
          <a:r>
            <a:rPr lang="en-US"/>
            <a:t>Skinner’s Operant Conditioning experiments - Built on behaviorism with rigorous experiments on reinforcement, solidifying scientific behavior analysis.</a:t>
          </a:r>
        </a:p>
      </dgm:t>
    </dgm:pt>
    <dgm:pt modelId="{737BBD62-1E0E-468E-8F4F-2DCB627328AD}" type="parTrans" cxnId="{21193DC0-66CE-4E94-A7CC-175C4BC12F92}">
      <dgm:prSet/>
      <dgm:spPr/>
      <dgm:t>
        <a:bodyPr/>
        <a:lstStyle/>
        <a:p>
          <a:endParaRPr lang="en-US"/>
        </a:p>
      </dgm:t>
    </dgm:pt>
    <dgm:pt modelId="{B510A437-36BF-4D96-9F29-A537DEE63C5D}" type="sibTrans" cxnId="{21193DC0-66CE-4E94-A7CC-175C4BC12F92}">
      <dgm:prSet/>
      <dgm:spPr/>
      <dgm:t>
        <a:bodyPr/>
        <a:lstStyle/>
        <a:p>
          <a:endParaRPr lang="en-US"/>
        </a:p>
      </dgm:t>
    </dgm:pt>
    <dgm:pt modelId="{B3CD16FF-5B2C-4C0F-A06D-51260A44D298}">
      <dgm:prSet/>
      <dgm:spPr/>
      <dgm:t>
        <a:bodyPr/>
        <a:lstStyle/>
        <a:p>
          <a:r>
            <a:rPr lang="en-US"/>
            <a:t>1950s</a:t>
          </a:r>
        </a:p>
      </dgm:t>
    </dgm:pt>
    <dgm:pt modelId="{4F81502F-D985-4EC8-BBC0-9E1F2EBADC37}" type="parTrans" cxnId="{15D5C882-63FC-4D55-8BA5-584DD6E5570F}">
      <dgm:prSet/>
      <dgm:spPr/>
      <dgm:t>
        <a:bodyPr/>
        <a:lstStyle/>
        <a:p>
          <a:endParaRPr lang="en-US"/>
        </a:p>
      </dgm:t>
    </dgm:pt>
    <dgm:pt modelId="{07E85078-6DF9-460B-803F-CEA026679064}" type="sibTrans" cxnId="{15D5C882-63FC-4D55-8BA5-584DD6E5570F}">
      <dgm:prSet/>
      <dgm:spPr/>
      <dgm:t>
        <a:bodyPr/>
        <a:lstStyle/>
        <a:p>
          <a:endParaRPr lang="en-US"/>
        </a:p>
      </dgm:t>
    </dgm:pt>
    <dgm:pt modelId="{16FEC964-E1A3-46D3-9219-2404D4E4818E}">
      <dgm:prSet/>
      <dgm:spPr/>
      <dgm:t>
        <a:bodyPr/>
        <a:lstStyle/>
        <a:p>
          <a:r>
            <a:rPr lang="en-US"/>
            <a:t>1960s Cognitive revolution (e.g., Noam Chomsky, George Miller) - Shifted to scientific study of mental processes using computer models, integrating with information science</a:t>
          </a:r>
        </a:p>
      </dgm:t>
    </dgm:pt>
    <dgm:pt modelId="{DC67BD35-8790-4C60-ADDE-1532170EE8E3}" type="parTrans" cxnId="{3E2FC9E6-6555-4523-8434-D7B86B865BFC}">
      <dgm:prSet/>
      <dgm:spPr/>
      <dgm:t>
        <a:bodyPr/>
        <a:lstStyle/>
        <a:p>
          <a:endParaRPr lang="en-US"/>
        </a:p>
      </dgm:t>
    </dgm:pt>
    <dgm:pt modelId="{E8CB227D-D935-4277-BE9E-49D02ABE8C5C}" type="sibTrans" cxnId="{3E2FC9E6-6555-4523-8434-D7B86B865BFC}">
      <dgm:prSet/>
      <dgm:spPr/>
      <dgm:t>
        <a:bodyPr/>
        <a:lstStyle/>
        <a:p>
          <a:endParaRPr lang="en-US"/>
        </a:p>
      </dgm:t>
    </dgm:pt>
    <dgm:pt modelId="{4798EC4B-EC11-4651-87B8-6880DF148EC9}">
      <dgm:prSet/>
      <dgm:spPr/>
      <dgm:t>
        <a:bodyPr/>
        <a:lstStyle/>
        <a:p>
          <a:r>
            <a:rPr lang="en-US"/>
            <a:t>1960s–1970s</a:t>
          </a:r>
        </a:p>
      </dgm:t>
    </dgm:pt>
    <dgm:pt modelId="{5A1EDBB8-3194-4C0B-A94B-36D8F9CA3DE5}" type="parTrans" cxnId="{4E14B5FE-17CF-4A1B-9DFB-E10F5080ADF7}">
      <dgm:prSet/>
      <dgm:spPr/>
      <dgm:t>
        <a:bodyPr/>
        <a:lstStyle/>
        <a:p>
          <a:endParaRPr lang="en-US"/>
        </a:p>
      </dgm:t>
    </dgm:pt>
    <dgm:pt modelId="{C2E85FC4-8F3A-439D-A2D9-076CD9633445}" type="sibTrans" cxnId="{4E14B5FE-17CF-4A1B-9DFB-E10F5080ADF7}">
      <dgm:prSet/>
      <dgm:spPr/>
      <dgm:t>
        <a:bodyPr/>
        <a:lstStyle/>
        <a:p>
          <a:endParaRPr lang="en-US"/>
        </a:p>
      </dgm:t>
    </dgm:pt>
    <dgm:pt modelId="{16BC3117-0773-47B3-8DE2-D2A00DBB9CA5}">
      <dgm:prSet/>
      <dgm:spPr/>
      <dgm:t>
        <a:bodyPr/>
        <a:lstStyle/>
        <a:p>
          <a:r>
            <a:rPr lang="en-US"/>
            <a:t>Rise of neuroscience and psychopharmacology - Linked psychology to brain science via tools like EEG and MRI, enhancing biological validity.</a:t>
          </a:r>
        </a:p>
      </dgm:t>
    </dgm:pt>
    <dgm:pt modelId="{7E4BDF3C-85E3-4FDE-8E32-B6AF0AF719F2}" type="parTrans" cxnId="{F581C958-2948-4053-97A7-F36DE1D25B15}">
      <dgm:prSet/>
      <dgm:spPr/>
      <dgm:t>
        <a:bodyPr/>
        <a:lstStyle/>
        <a:p>
          <a:endParaRPr lang="en-US"/>
        </a:p>
      </dgm:t>
    </dgm:pt>
    <dgm:pt modelId="{6DA47C51-81D0-4811-8658-A91C9AE08F59}" type="sibTrans" cxnId="{F581C958-2948-4053-97A7-F36DE1D25B15}">
      <dgm:prSet/>
      <dgm:spPr/>
      <dgm:t>
        <a:bodyPr/>
        <a:lstStyle/>
        <a:p>
          <a:endParaRPr lang="en-US"/>
        </a:p>
      </dgm:t>
    </dgm:pt>
    <dgm:pt modelId="{CA0B8E26-1C49-4106-BB87-D54F2787EC9D}" type="pres">
      <dgm:prSet presAssocID="{46521AEB-45B5-4FC8-ACD1-FA56E8B9FB70}" presName="root" presStyleCnt="0">
        <dgm:presLayoutVars>
          <dgm:chMax/>
          <dgm:chPref/>
          <dgm:animLvl val="lvl"/>
        </dgm:presLayoutVars>
      </dgm:prSet>
      <dgm:spPr/>
      <dgm:t>
        <a:bodyPr/>
        <a:lstStyle/>
        <a:p>
          <a:endParaRPr lang="en-US"/>
        </a:p>
      </dgm:t>
    </dgm:pt>
    <dgm:pt modelId="{B90A6C2C-9D4E-4CC0-81D6-A6540E88DCB4}" type="pres">
      <dgm:prSet presAssocID="{46521AEB-45B5-4FC8-ACD1-FA56E8B9FB70}" presName="divider" presStyleLbl="fgAcc1" presStyleIdx="0" presStyleCnt="4"/>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gm:spPr>
    </dgm:pt>
    <dgm:pt modelId="{816192F7-F1E2-4B59-87D6-5D370BC01F3A}" type="pres">
      <dgm:prSet presAssocID="{46521AEB-45B5-4FC8-ACD1-FA56E8B9FB70}" presName="nodes" presStyleCnt="0">
        <dgm:presLayoutVars>
          <dgm:chMax/>
          <dgm:chPref/>
          <dgm:animLvl val="lvl"/>
        </dgm:presLayoutVars>
      </dgm:prSet>
      <dgm:spPr/>
    </dgm:pt>
    <dgm:pt modelId="{F16BC588-DC5A-400A-969E-5206330E8C8B}" type="pres">
      <dgm:prSet presAssocID="{9B4F85A5-B1DE-406D-A537-03D66587EF78}" presName="composite" presStyleCnt="0"/>
      <dgm:spPr/>
    </dgm:pt>
    <dgm:pt modelId="{D0DFF914-ECE9-4240-9429-F89CAAB7FB9C}" type="pres">
      <dgm:prSet presAssocID="{9B4F85A5-B1DE-406D-A537-03D66587EF78}" presName="ConnectorPoint" presStyleLbl="lnNode1" presStyleIdx="0"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EABDC717-04D7-4965-9AC4-EE8ECE2A0F49}" type="pres">
      <dgm:prSet presAssocID="{9B4F85A5-B1DE-406D-A537-03D66587EF78}" presName="DropPinPlaceHolder" presStyleCnt="0"/>
      <dgm:spPr/>
    </dgm:pt>
    <dgm:pt modelId="{5693D227-3420-440A-8C7C-89A600BDD140}" type="pres">
      <dgm:prSet presAssocID="{9B4F85A5-B1DE-406D-A537-03D66587EF78}" presName="DropPin" presStyleLbl="alignNode1" presStyleIdx="0" presStyleCnt="3"/>
      <dgm:spPr/>
    </dgm:pt>
    <dgm:pt modelId="{D906E2D3-8EAE-4684-8477-AB46176AE820}" type="pres">
      <dgm:prSet presAssocID="{9B4F85A5-B1DE-406D-A537-03D66587EF78}" presName="Ellipse" presStyleLbl="fgAcc1" presStyleIdx="1" presStyleCnt="4"/>
      <dgm:spPr>
        <a:solidFill>
          <a:schemeClr val="lt1">
            <a:alpha val="90000"/>
            <a:hueOff val="0"/>
            <a:satOff val="0"/>
            <a:lumOff val="0"/>
            <a:alphaOff val="0"/>
          </a:schemeClr>
        </a:solidFill>
        <a:ln w="12700" cap="flat" cmpd="sng" algn="ctr">
          <a:noFill/>
          <a:prstDash val="solid"/>
          <a:miter lim="800000"/>
        </a:ln>
        <a:effectLst/>
      </dgm:spPr>
    </dgm:pt>
    <dgm:pt modelId="{0E3FADF3-773B-491D-8C4B-5AFB330DC57E}" type="pres">
      <dgm:prSet presAssocID="{9B4F85A5-B1DE-406D-A537-03D66587EF78}" presName="L2TextContainer" presStyleLbl="revTx" presStyleIdx="0" presStyleCnt="6">
        <dgm:presLayoutVars>
          <dgm:bulletEnabled val="1"/>
        </dgm:presLayoutVars>
      </dgm:prSet>
      <dgm:spPr/>
      <dgm:t>
        <a:bodyPr/>
        <a:lstStyle/>
        <a:p>
          <a:endParaRPr lang="en-US"/>
        </a:p>
      </dgm:t>
    </dgm:pt>
    <dgm:pt modelId="{A7707E41-3C3E-49B8-BE69-1819E06D354D}" type="pres">
      <dgm:prSet presAssocID="{9B4F85A5-B1DE-406D-A537-03D66587EF78}" presName="L1TextContainer" presStyleLbl="revTx" presStyleIdx="1" presStyleCnt="6">
        <dgm:presLayoutVars>
          <dgm:chMax val="1"/>
          <dgm:chPref val="1"/>
          <dgm:bulletEnabled val="1"/>
        </dgm:presLayoutVars>
      </dgm:prSet>
      <dgm:spPr/>
      <dgm:t>
        <a:bodyPr/>
        <a:lstStyle/>
        <a:p>
          <a:endParaRPr lang="en-US"/>
        </a:p>
      </dgm:t>
    </dgm:pt>
    <dgm:pt modelId="{79F18E70-E793-44A7-A82D-BBAE64333612}" type="pres">
      <dgm:prSet presAssocID="{9B4F85A5-B1DE-406D-A537-03D66587EF78}" presName="ConnectLine" presStyleLbl="sibTrans1D1" presStyleIdx="0" presStyleCnt="3"/>
      <dgm:spPr>
        <a:noFill/>
        <a:ln w="12700" cap="flat" cmpd="sng" algn="ctr">
          <a:solidFill>
            <a:schemeClr val="accent1">
              <a:hueOff val="0"/>
              <a:satOff val="0"/>
              <a:lumOff val="0"/>
              <a:alphaOff val="0"/>
            </a:schemeClr>
          </a:solidFill>
          <a:prstDash val="dash"/>
          <a:miter lim="800000"/>
        </a:ln>
        <a:effectLst/>
      </dgm:spPr>
    </dgm:pt>
    <dgm:pt modelId="{29C98D2A-A8B2-40BD-85F7-27938D9C9015}" type="pres">
      <dgm:prSet presAssocID="{9B4F85A5-B1DE-406D-A537-03D66587EF78}" presName="EmptyPlaceHolder" presStyleCnt="0"/>
      <dgm:spPr/>
    </dgm:pt>
    <dgm:pt modelId="{E3B46698-0DF6-4B63-94EF-8301B07EBAC9}" type="pres">
      <dgm:prSet presAssocID="{D2040B9C-6813-4307-AAAD-2BC5E8EAFB35}" presName="spaceBetweenRectangles" presStyleCnt="0"/>
      <dgm:spPr/>
    </dgm:pt>
    <dgm:pt modelId="{BD30C714-54B1-4557-AEC9-8D333166F417}" type="pres">
      <dgm:prSet presAssocID="{B3CD16FF-5B2C-4C0F-A06D-51260A44D298}" presName="composite" presStyleCnt="0"/>
      <dgm:spPr/>
    </dgm:pt>
    <dgm:pt modelId="{04F50452-68FF-4E12-AA32-A8A673D3D142}" type="pres">
      <dgm:prSet presAssocID="{B3CD16FF-5B2C-4C0F-A06D-51260A44D298}" presName="ConnectorPoint" presStyleLbl="lnNode1" presStyleIdx="1"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B10A7CE-0876-42F0-9669-124ADF3B0EA7}" type="pres">
      <dgm:prSet presAssocID="{B3CD16FF-5B2C-4C0F-A06D-51260A44D298}" presName="DropPinPlaceHolder" presStyleCnt="0"/>
      <dgm:spPr/>
    </dgm:pt>
    <dgm:pt modelId="{E90AB59B-4D2B-4ED0-8B7A-BCB0335EE1ED}" type="pres">
      <dgm:prSet presAssocID="{B3CD16FF-5B2C-4C0F-A06D-51260A44D298}" presName="DropPin" presStyleLbl="alignNode1" presStyleIdx="1" presStyleCnt="3"/>
      <dgm:spPr/>
    </dgm:pt>
    <dgm:pt modelId="{B97C8A8F-6F03-47A2-B0CE-EBB285E12FFD}" type="pres">
      <dgm:prSet presAssocID="{B3CD16FF-5B2C-4C0F-A06D-51260A44D298}" presName="Ellipse" presStyleLbl="fgAcc1" presStyleIdx="2" presStyleCnt="4"/>
      <dgm:spPr>
        <a:solidFill>
          <a:schemeClr val="lt1">
            <a:alpha val="90000"/>
            <a:hueOff val="0"/>
            <a:satOff val="0"/>
            <a:lumOff val="0"/>
            <a:alphaOff val="0"/>
          </a:schemeClr>
        </a:solidFill>
        <a:ln w="12700" cap="flat" cmpd="sng" algn="ctr">
          <a:noFill/>
          <a:prstDash val="solid"/>
          <a:miter lim="800000"/>
        </a:ln>
        <a:effectLst/>
      </dgm:spPr>
    </dgm:pt>
    <dgm:pt modelId="{6EE3A7E7-1864-4731-84AF-05026DB68422}" type="pres">
      <dgm:prSet presAssocID="{B3CD16FF-5B2C-4C0F-A06D-51260A44D298}" presName="L2TextContainer" presStyleLbl="revTx" presStyleIdx="2" presStyleCnt="6">
        <dgm:presLayoutVars>
          <dgm:bulletEnabled val="1"/>
        </dgm:presLayoutVars>
      </dgm:prSet>
      <dgm:spPr/>
      <dgm:t>
        <a:bodyPr/>
        <a:lstStyle/>
        <a:p>
          <a:endParaRPr lang="en-US"/>
        </a:p>
      </dgm:t>
    </dgm:pt>
    <dgm:pt modelId="{9F8F4766-F937-4B51-BE4E-380763F1BA0F}" type="pres">
      <dgm:prSet presAssocID="{B3CD16FF-5B2C-4C0F-A06D-51260A44D298}" presName="L1TextContainer" presStyleLbl="revTx" presStyleIdx="3" presStyleCnt="6">
        <dgm:presLayoutVars>
          <dgm:chMax val="1"/>
          <dgm:chPref val="1"/>
          <dgm:bulletEnabled val="1"/>
        </dgm:presLayoutVars>
      </dgm:prSet>
      <dgm:spPr/>
      <dgm:t>
        <a:bodyPr/>
        <a:lstStyle/>
        <a:p>
          <a:endParaRPr lang="en-US"/>
        </a:p>
      </dgm:t>
    </dgm:pt>
    <dgm:pt modelId="{15BED775-B680-4BE7-8C0C-CF197D47E1B6}" type="pres">
      <dgm:prSet presAssocID="{B3CD16FF-5B2C-4C0F-A06D-51260A44D298}" presName="ConnectLine" presStyleLbl="sibTrans1D1" presStyleIdx="1" presStyleCnt="3"/>
      <dgm:spPr>
        <a:noFill/>
        <a:ln w="12700" cap="flat" cmpd="sng" algn="ctr">
          <a:solidFill>
            <a:schemeClr val="accent1">
              <a:hueOff val="0"/>
              <a:satOff val="0"/>
              <a:lumOff val="0"/>
              <a:alphaOff val="0"/>
            </a:schemeClr>
          </a:solidFill>
          <a:prstDash val="dash"/>
          <a:miter lim="800000"/>
        </a:ln>
        <a:effectLst/>
      </dgm:spPr>
    </dgm:pt>
    <dgm:pt modelId="{079B06B3-B850-455C-A661-23C080B69E4D}" type="pres">
      <dgm:prSet presAssocID="{B3CD16FF-5B2C-4C0F-A06D-51260A44D298}" presName="EmptyPlaceHolder" presStyleCnt="0"/>
      <dgm:spPr/>
    </dgm:pt>
    <dgm:pt modelId="{BBE985EA-2C60-4F11-83C9-49A387BD0873}" type="pres">
      <dgm:prSet presAssocID="{07E85078-6DF9-460B-803F-CEA026679064}" presName="spaceBetweenRectangles" presStyleCnt="0"/>
      <dgm:spPr/>
    </dgm:pt>
    <dgm:pt modelId="{6CB9E653-1E58-4397-AA25-CEB8F5E2DA1C}" type="pres">
      <dgm:prSet presAssocID="{4798EC4B-EC11-4651-87B8-6880DF148EC9}" presName="composite" presStyleCnt="0"/>
      <dgm:spPr/>
    </dgm:pt>
    <dgm:pt modelId="{A4239B9B-3EA1-4B4E-B3AB-1946CAE0863A}" type="pres">
      <dgm:prSet presAssocID="{4798EC4B-EC11-4651-87B8-6880DF148EC9}" presName="ConnectorPoint" presStyleLbl="lnNode1" presStyleIdx="2"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76DDB1C-F10F-495B-A586-E6F0716D63BC}" type="pres">
      <dgm:prSet presAssocID="{4798EC4B-EC11-4651-87B8-6880DF148EC9}" presName="DropPinPlaceHolder" presStyleCnt="0"/>
      <dgm:spPr/>
    </dgm:pt>
    <dgm:pt modelId="{E860EE5F-8FC2-435D-A890-07BA76586DA6}" type="pres">
      <dgm:prSet presAssocID="{4798EC4B-EC11-4651-87B8-6880DF148EC9}" presName="DropPin" presStyleLbl="alignNode1" presStyleIdx="2" presStyleCnt="3"/>
      <dgm:spPr/>
    </dgm:pt>
    <dgm:pt modelId="{B0FB6FFE-366B-4EE3-A5BE-8C1C985D725D}" type="pres">
      <dgm:prSet presAssocID="{4798EC4B-EC11-4651-87B8-6880DF148EC9}" presName="Ellipse" presStyleLbl="fgAcc1" presStyleIdx="3" presStyleCnt="4"/>
      <dgm:spPr>
        <a:solidFill>
          <a:schemeClr val="lt1">
            <a:alpha val="90000"/>
            <a:hueOff val="0"/>
            <a:satOff val="0"/>
            <a:lumOff val="0"/>
            <a:alphaOff val="0"/>
          </a:schemeClr>
        </a:solidFill>
        <a:ln w="12700" cap="flat" cmpd="sng" algn="ctr">
          <a:noFill/>
          <a:prstDash val="solid"/>
          <a:miter lim="800000"/>
        </a:ln>
        <a:effectLst/>
      </dgm:spPr>
    </dgm:pt>
    <dgm:pt modelId="{9C12EA82-3EBA-4B0C-AB58-0D1437F06616}" type="pres">
      <dgm:prSet presAssocID="{4798EC4B-EC11-4651-87B8-6880DF148EC9}" presName="L2TextContainer" presStyleLbl="revTx" presStyleIdx="4" presStyleCnt="6">
        <dgm:presLayoutVars>
          <dgm:bulletEnabled val="1"/>
        </dgm:presLayoutVars>
      </dgm:prSet>
      <dgm:spPr/>
      <dgm:t>
        <a:bodyPr/>
        <a:lstStyle/>
        <a:p>
          <a:endParaRPr lang="en-US"/>
        </a:p>
      </dgm:t>
    </dgm:pt>
    <dgm:pt modelId="{EA8E1A84-6641-4B8A-A7E7-8749DC246A89}" type="pres">
      <dgm:prSet presAssocID="{4798EC4B-EC11-4651-87B8-6880DF148EC9}" presName="L1TextContainer" presStyleLbl="revTx" presStyleIdx="5" presStyleCnt="6">
        <dgm:presLayoutVars>
          <dgm:chMax val="1"/>
          <dgm:chPref val="1"/>
          <dgm:bulletEnabled val="1"/>
        </dgm:presLayoutVars>
      </dgm:prSet>
      <dgm:spPr/>
      <dgm:t>
        <a:bodyPr/>
        <a:lstStyle/>
        <a:p>
          <a:endParaRPr lang="en-US"/>
        </a:p>
      </dgm:t>
    </dgm:pt>
    <dgm:pt modelId="{F5ED38D5-5C11-4411-AC64-4EE89ED2FF8B}" type="pres">
      <dgm:prSet presAssocID="{4798EC4B-EC11-4651-87B8-6880DF148EC9}" presName="ConnectLine" presStyleLbl="sibTrans1D1" presStyleIdx="2" presStyleCnt="3"/>
      <dgm:spPr>
        <a:noFill/>
        <a:ln w="12700" cap="flat" cmpd="sng" algn="ctr">
          <a:solidFill>
            <a:schemeClr val="accent1">
              <a:hueOff val="0"/>
              <a:satOff val="0"/>
              <a:lumOff val="0"/>
              <a:alphaOff val="0"/>
            </a:schemeClr>
          </a:solidFill>
          <a:prstDash val="dash"/>
          <a:miter lim="800000"/>
        </a:ln>
        <a:effectLst/>
      </dgm:spPr>
    </dgm:pt>
    <dgm:pt modelId="{18FECE65-EAAE-4235-9342-CE2B3321C810}" type="pres">
      <dgm:prSet presAssocID="{4798EC4B-EC11-4651-87B8-6880DF148EC9}" presName="EmptyPlaceHolder" presStyleCnt="0"/>
      <dgm:spPr/>
    </dgm:pt>
  </dgm:ptLst>
  <dgm:cxnLst>
    <dgm:cxn modelId="{B935528E-95A0-4299-8D46-7AE8BA9F3405}" type="presOf" srcId="{00D65C37-C3B7-4B1B-9DB7-92E8B41C7FD8}" destId="{0E3FADF3-773B-491D-8C4B-5AFB330DC57E}" srcOrd="0" destOrd="0" presId="urn:microsoft.com/office/officeart/2017/3/layout/DropPinTimeline"/>
    <dgm:cxn modelId="{C6D29DEF-D03F-4ED6-896F-9F28D94C3389}" type="presOf" srcId="{16FEC964-E1A3-46D3-9219-2404D4E4818E}" destId="{6EE3A7E7-1864-4731-84AF-05026DB68422}" srcOrd="0" destOrd="0" presId="urn:microsoft.com/office/officeart/2017/3/layout/DropPinTimeline"/>
    <dgm:cxn modelId="{15D5C882-63FC-4D55-8BA5-584DD6E5570F}" srcId="{46521AEB-45B5-4FC8-ACD1-FA56E8B9FB70}" destId="{B3CD16FF-5B2C-4C0F-A06D-51260A44D298}" srcOrd="1" destOrd="0" parTransId="{4F81502F-D985-4EC8-BBC0-9E1F2EBADC37}" sibTransId="{07E85078-6DF9-460B-803F-CEA026679064}"/>
    <dgm:cxn modelId="{9C98C97B-1956-49BC-AC5C-A8B163E0C667}" type="presOf" srcId="{46521AEB-45B5-4FC8-ACD1-FA56E8B9FB70}" destId="{CA0B8E26-1C49-4106-BB87-D54F2787EC9D}" srcOrd="0" destOrd="0" presId="urn:microsoft.com/office/officeart/2017/3/layout/DropPinTimeline"/>
    <dgm:cxn modelId="{0B75554B-C2D4-4743-BFC5-DB2EB52AE1CD}" type="presOf" srcId="{4798EC4B-EC11-4651-87B8-6880DF148EC9}" destId="{EA8E1A84-6641-4B8A-A7E7-8749DC246A89}" srcOrd="0" destOrd="0" presId="urn:microsoft.com/office/officeart/2017/3/layout/DropPinTimeline"/>
    <dgm:cxn modelId="{F581C958-2948-4053-97A7-F36DE1D25B15}" srcId="{4798EC4B-EC11-4651-87B8-6880DF148EC9}" destId="{16BC3117-0773-47B3-8DE2-D2A00DBB9CA5}" srcOrd="0" destOrd="0" parTransId="{7E4BDF3C-85E3-4FDE-8E32-B6AF0AF719F2}" sibTransId="{6DA47C51-81D0-4811-8658-A91C9AE08F59}"/>
    <dgm:cxn modelId="{3E2FC9E6-6555-4523-8434-D7B86B865BFC}" srcId="{B3CD16FF-5B2C-4C0F-A06D-51260A44D298}" destId="{16FEC964-E1A3-46D3-9219-2404D4E4818E}" srcOrd="0" destOrd="0" parTransId="{DC67BD35-8790-4C60-ADDE-1532170EE8E3}" sibTransId="{E8CB227D-D935-4277-BE9E-49D02ABE8C5C}"/>
    <dgm:cxn modelId="{21193DC0-66CE-4E94-A7CC-175C4BC12F92}" srcId="{9B4F85A5-B1DE-406D-A537-03D66587EF78}" destId="{00D65C37-C3B7-4B1B-9DB7-92E8B41C7FD8}" srcOrd="0" destOrd="0" parTransId="{737BBD62-1E0E-468E-8F4F-2DCB627328AD}" sibTransId="{B510A437-36BF-4D96-9F29-A537DEE63C5D}"/>
    <dgm:cxn modelId="{4E14B5FE-17CF-4A1B-9DFB-E10F5080ADF7}" srcId="{46521AEB-45B5-4FC8-ACD1-FA56E8B9FB70}" destId="{4798EC4B-EC11-4651-87B8-6880DF148EC9}" srcOrd="2" destOrd="0" parTransId="{5A1EDBB8-3194-4C0B-A94B-36D8F9CA3DE5}" sibTransId="{C2E85FC4-8F3A-439D-A2D9-076CD9633445}"/>
    <dgm:cxn modelId="{A1F53773-17AB-4B07-86F1-25AD1C60745C}" type="presOf" srcId="{9B4F85A5-B1DE-406D-A537-03D66587EF78}" destId="{A7707E41-3C3E-49B8-BE69-1819E06D354D}" srcOrd="0" destOrd="0" presId="urn:microsoft.com/office/officeart/2017/3/layout/DropPinTimeline"/>
    <dgm:cxn modelId="{88996506-A12D-4162-84E2-F73A2169C29C}" type="presOf" srcId="{B3CD16FF-5B2C-4C0F-A06D-51260A44D298}" destId="{9F8F4766-F937-4B51-BE4E-380763F1BA0F}" srcOrd="0" destOrd="0" presId="urn:microsoft.com/office/officeart/2017/3/layout/DropPinTimeline"/>
    <dgm:cxn modelId="{1DFEBB9F-EC6D-41DE-883D-2880598D7691}" srcId="{46521AEB-45B5-4FC8-ACD1-FA56E8B9FB70}" destId="{9B4F85A5-B1DE-406D-A537-03D66587EF78}" srcOrd="0" destOrd="0" parTransId="{25BD0467-6832-4AF5-AF5C-977F1EF83EFC}" sibTransId="{D2040B9C-6813-4307-AAAD-2BC5E8EAFB35}"/>
    <dgm:cxn modelId="{FEEF8110-655F-4BCB-BF7E-0EF84ED4E2AD}" type="presOf" srcId="{16BC3117-0773-47B3-8DE2-D2A00DBB9CA5}" destId="{9C12EA82-3EBA-4B0C-AB58-0D1437F06616}" srcOrd="0" destOrd="0" presId="urn:microsoft.com/office/officeart/2017/3/layout/DropPinTimeline"/>
    <dgm:cxn modelId="{664B0956-D244-4A1B-A3A6-252DC1FD6FC7}" type="presParOf" srcId="{CA0B8E26-1C49-4106-BB87-D54F2787EC9D}" destId="{B90A6C2C-9D4E-4CC0-81D6-A6540E88DCB4}" srcOrd="0" destOrd="0" presId="urn:microsoft.com/office/officeart/2017/3/layout/DropPinTimeline"/>
    <dgm:cxn modelId="{B6A2BEE2-4538-4150-A316-E58510FACE24}" type="presParOf" srcId="{CA0B8E26-1C49-4106-BB87-D54F2787EC9D}" destId="{816192F7-F1E2-4B59-87D6-5D370BC01F3A}" srcOrd="1" destOrd="0" presId="urn:microsoft.com/office/officeart/2017/3/layout/DropPinTimeline"/>
    <dgm:cxn modelId="{549DA9F8-767C-4A34-A97A-8C2F4F9BD90D}" type="presParOf" srcId="{816192F7-F1E2-4B59-87D6-5D370BC01F3A}" destId="{F16BC588-DC5A-400A-969E-5206330E8C8B}" srcOrd="0" destOrd="0" presId="urn:microsoft.com/office/officeart/2017/3/layout/DropPinTimeline"/>
    <dgm:cxn modelId="{A9D93433-C47A-4E61-B878-2AF80852D1F8}" type="presParOf" srcId="{F16BC588-DC5A-400A-969E-5206330E8C8B}" destId="{D0DFF914-ECE9-4240-9429-F89CAAB7FB9C}" srcOrd="0" destOrd="0" presId="urn:microsoft.com/office/officeart/2017/3/layout/DropPinTimeline"/>
    <dgm:cxn modelId="{5AFD3E1D-8C8F-489D-9BE6-AC3865826640}" type="presParOf" srcId="{F16BC588-DC5A-400A-969E-5206330E8C8B}" destId="{EABDC717-04D7-4965-9AC4-EE8ECE2A0F49}" srcOrd="1" destOrd="0" presId="urn:microsoft.com/office/officeart/2017/3/layout/DropPinTimeline"/>
    <dgm:cxn modelId="{9626E6B3-5A37-4AF4-8753-4987B65E86A2}" type="presParOf" srcId="{EABDC717-04D7-4965-9AC4-EE8ECE2A0F49}" destId="{5693D227-3420-440A-8C7C-89A600BDD140}" srcOrd="0" destOrd="0" presId="urn:microsoft.com/office/officeart/2017/3/layout/DropPinTimeline"/>
    <dgm:cxn modelId="{BB15C6A6-8D19-4605-97DD-2752EB2A96B6}" type="presParOf" srcId="{EABDC717-04D7-4965-9AC4-EE8ECE2A0F49}" destId="{D906E2D3-8EAE-4684-8477-AB46176AE820}" srcOrd="1" destOrd="0" presId="urn:microsoft.com/office/officeart/2017/3/layout/DropPinTimeline"/>
    <dgm:cxn modelId="{66C788F2-7431-424F-A453-62ABEB1E5F33}" type="presParOf" srcId="{F16BC588-DC5A-400A-969E-5206330E8C8B}" destId="{0E3FADF3-773B-491D-8C4B-5AFB330DC57E}" srcOrd="2" destOrd="0" presId="urn:microsoft.com/office/officeart/2017/3/layout/DropPinTimeline"/>
    <dgm:cxn modelId="{18C9BD85-6197-44DE-A8B7-39C4FF6920AD}" type="presParOf" srcId="{F16BC588-DC5A-400A-969E-5206330E8C8B}" destId="{A7707E41-3C3E-49B8-BE69-1819E06D354D}" srcOrd="3" destOrd="0" presId="urn:microsoft.com/office/officeart/2017/3/layout/DropPinTimeline"/>
    <dgm:cxn modelId="{4CE79EF9-5C11-4906-B32D-88585CC5FF6D}" type="presParOf" srcId="{F16BC588-DC5A-400A-969E-5206330E8C8B}" destId="{79F18E70-E793-44A7-A82D-BBAE64333612}" srcOrd="4" destOrd="0" presId="urn:microsoft.com/office/officeart/2017/3/layout/DropPinTimeline"/>
    <dgm:cxn modelId="{88E3628D-E1B3-4C26-96DC-91E8C1315350}" type="presParOf" srcId="{F16BC588-DC5A-400A-969E-5206330E8C8B}" destId="{29C98D2A-A8B2-40BD-85F7-27938D9C9015}" srcOrd="5" destOrd="0" presId="urn:microsoft.com/office/officeart/2017/3/layout/DropPinTimeline"/>
    <dgm:cxn modelId="{C3B66DAC-4F66-48D6-B49F-1E321DB0AF5D}" type="presParOf" srcId="{816192F7-F1E2-4B59-87D6-5D370BC01F3A}" destId="{E3B46698-0DF6-4B63-94EF-8301B07EBAC9}" srcOrd="1" destOrd="0" presId="urn:microsoft.com/office/officeart/2017/3/layout/DropPinTimeline"/>
    <dgm:cxn modelId="{4E0A015F-B534-44A5-8353-D6C57CDCBF00}" type="presParOf" srcId="{816192F7-F1E2-4B59-87D6-5D370BC01F3A}" destId="{BD30C714-54B1-4557-AEC9-8D333166F417}" srcOrd="2" destOrd="0" presId="urn:microsoft.com/office/officeart/2017/3/layout/DropPinTimeline"/>
    <dgm:cxn modelId="{182C5C64-801F-45C0-BF3B-F4A23FFAA5E4}" type="presParOf" srcId="{BD30C714-54B1-4557-AEC9-8D333166F417}" destId="{04F50452-68FF-4E12-AA32-A8A673D3D142}" srcOrd="0" destOrd="0" presId="urn:microsoft.com/office/officeart/2017/3/layout/DropPinTimeline"/>
    <dgm:cxn modelId="{3FA5A652-1B5D-419B-B2C4-2B0CD1209E30}" type="presParOf" srcId="{BD30C714-54B1-4557-AEC9-8D333166F417}" destId="{DB10A7CE-0876-42F0-9669-124ADF3B0EA7}" srcOrd="1" destOrd="0" presId="urn:microsoft.com/office/officeart/2017/3/layout/DropPinTimeline"/>
    <dgm:cxn modelId="{DD21F0A2-D4B7-40C4-B48F-6F910A402DA5}" type="presParOf" srcId="{DB10A7CE-0876-42F0-9669-124ADF3B0EA7}" destId="{E90AB59B-4D2B-4ED0-8B7A-BCB0335EE1ED}" srcOrd="0" destOrd="0" presId="urn:microsoft.com/office/officeart/2017/3/layout/DropPinTimeline"/>
    <dgm:cxn modelId="{FAF12AA8-7F48-4DB3-BB1E-AB382E123C5C}" type="presParOf" srcId="{DB10A7CE-0876-42F0-9669-124ADF3B0EA7}" destId="{B97C8A8F-6F03-47A2-B0CE-EBB285E12FFD}" srcOrd="1" destOrd="0" presId="urn:microsoft.com/office/officeart/2017/3/layout/DropPinTimeline"/>
    <dgm:cxn modelId="{176535B6-7A40-4C59-A081-A840C7D4E81A}" type="presParOf" srcId="{BD30C714-54B1-4557-AEC9-8D333166F417}" destId="{6EE3A7E7-1864-4731-84AF-05026DB68422}" srcOrd="2" destOrd="0" presId="urn:microsoft.com/office/officeart/2017/3/layout/DropPinTimeline"/>
    <dgm:cxn modelId="{CA564C0F-CD93-4094-AB58-E92197B8FB39}" type="presParOf" srcId="{BD30C714-54B1-4557-AEC9-8D333166F417}" destId="{9F8F4766-F937-4B51-BE4E-380763F1BA0F}" srcOrd="3" destOrd="0" presId="urn:microsoft.com/office/officeart/2017/3/layout/DropPinTimeline"/>
    <dgm:cxn modelId="{6D828BFE-BE99-4E97-94B6-26F22317FDD9}" type="presParOf" srcId="{BD30C714-54B1-4557-AEC9-8D333166F417}" destId="{15BED775-B680-4BE7-8C0C-CF197D47E1B6}" srcOrd="4" destOrd="0" presId="urn:microsoft.com/office/officeart/2017/3/layout/DropPinTimeline"/>
    <dgm:cxn modelId="{7EE7E009-AE53-4D3B-9D81-AEC19B4DDB98}" type="presParOf" srcId="{BD30C714-54B1-4557-AEC9-8D333166F417}" destId="{079B06B3-B850-455C-A661-23C080B69E4D}" srcOrd="5" destOrd="0" presId="urn:microsoft.com/office/officeart/2017/3/layout/DropPinTimeline"/>
    <dgm:cxn modelId="{0046C016-508E-4F37-95CC-B78735A710CF}" type="presParOf" srcId="{816192F7-F1E2-4B59-87D6-5D370BC01F3A}" destId="{BBE985EA-2C60-4F11-83C9-49A387BD0873}" srcOrd="3" destOrd="0" presId="urn:microsoft.com/office/officeart/2017/3/layout/DropPinTimeline"/>
    <dgm:cxn modelId="{212FBA50-E4F5-4E94-BE4F-DBFB7C0CC2F0}" type="presParOf" srcId="{816192F7-F1E2-4B59-87D6-5D370BC01F3A}" destId="{6CB9E653-1E58-4397-AA25-CEB8F5E2DA1C}" srcOrd="4" destOrd="0" presId="urn:microsoft.com/office/officeart/2017/3/layout/DropPinTimeline"/>
    <dgm:cxn modelId="{90B5C44E-1EAE-444B-B8F1-8F8821581C42}" type="presParOf" srcId="{6CB9E653-1E58-4397-AA25-CEB8F5E2DA1C}" destId="{A4239B9B-3EA1-4B4E-B3AB-1946CAE0863A}" srcOrd="0" destOrd="0" presId="urn:microsoft.com/office/officeart/2017/3/layout/DropPinTimeline"/>
    <dgm:cxn modelId="{23165F36-0B60-4D7F-8EAB-1B694B4F1511}" type="presParOf" srcId="{6CB9E653-1E58-4397-AA25-CEB8F5E2DA1C}" destId="{D76DDB1C-F10F-495B-A586-E6F0716D63BC}" srcOrd="1" destOrd="0" presId="urn:microsoft.com/office/officeart/2017/3/layout/DropPinTimeline"/>
    <dgm:cxn modelId="{86DDF7BF-AC04-4F48-896D-80F90BD5C170}" type="presParOf" srcId="{D76DDB1C-F10F-495B-A586-E6F0716D63BC}" destId="{E860EE5F-8FC2-435D-A890-07BA76586DA6}" srcOrd="0" destOrd="0" presId="urn:microsoft.com/office/officeart/2017/3/layout/DropPinTimeline"/>
    <dgm:cxn modelId="{DBAA195D-291E-4B74-A628-FD2ABD9B39A9}" type="presParOf" srcId="{D76DDB1C-F10F-495B-A586-E6F0716D63BC}" destId="{B0FB6FFE-366B-4EE3-A5BE-8C1C985D725D}" srcOrd="1" destOrd="0" presId="urn:microsoft.com/office/officeart/2017/3/layout/DropPinTimeline"/>
    <dgm:cxn modelId="{EE80E270-A6AD-464F-BB43-F4127727D6F6}" type="presParOf" srcId="{6CB9E653-1E58-4397-AA25-CEB8F5E2DA1C}" destId="{9C12EA82-3EBA-4B0C-AB58-0D1437F06616}" srcOrd="2" destOrd="0" presId="urn:microsoft.com/office/officeart/2017/3/layout/DropPinTimeline"/>
    <dgm:cxn modelId="{2C626DC0-29E6-4370-8778-D1357208A731}" type="presParOf" srcId="{6CB9E653-1E58-4397-AA25-CEB8F5E2DA1C}" destId="{EA8E1A84-6641-4B8A-A7E7-8749DC246A89}" srcOrd="3" destOrd="0" presId="urn:microsoft.com/office/officeart/2017/3/layout/DropPinTimeline"/>
    <dgm:cxn modelId="{E3ABA506-F9F9-4332-ACFA-FA6AE220DF47}" type="presParOf" srcId="{6CB9E653-1E58-4397-AA25-CEB8F5E2DA1C}" destId="{F5ED38D5-5C11-4411-AC64-4EE89ED2FF8B}" srcOrd="4" destOrd="0" presId="urn:microsoft.com/office/officeart/2017/3/layout/DropPinTimeline"/>
    <dgm:cxn modelId="{622F2608-2278-4883-8E57-2812A79292AA}" type="presParOf" srcId="{6CB9E653-1E58-4397-AA25-CEB8F5E2DA1C}" destId="{18FECE65-EAAE-4235-9342-CE2B3321C810}"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05465C-1463-4B51-8F6F-22794F4272CB}" type="doc">
      <dgm:prSet loTypeId="urn:microsoft.com/office/officeart/2018/2/layout/IconVerticalSolidList" loCatId="icon" qsTypeId="urn:microsoft.com/office/officeart/2005/8/quickstyle/simple1#3" qsCatId="simple" csTypeId="urn:microsoft.com/office/officeart/2005/8/colors/accent2_2#3" csCatId="accent2" phldr="1"/>
      <dgm:spPr/>
      <dgm:t>
        <a:bodyPr/>
        <a:lstStyle/>
        <a:p>
          <a:endParaRPr lang="en-US"/>
        </a:p>
      </dgm:t>
    </dgm:pt>
    <dgm:pt modelId="{8D5FD129-496C-4FF0-8913-886DC1840AA4}">
      <dgm:prSet/>
      <dgm:spPr/>
      <dgm:t>
        <a:bodyPr/>
        <a:lstStyle/>
        <a:p>
          <a:r>
            <a:rPr lang="en-GB"/>
            <a:t>1980s–1990s Positive psychology emerges (Martin Seligman) - Focused on empirical study of well-being and strengths, expanding beyond pathology</a:t>
          </a:r>
          <a:endParaRPr lang="en-US"/>
        </a:p>
      </dgm:t>
    </dgm:pt>
    <dgm:pt modelId="{7B5CDE5E-B85A-4DA6-BAC2-339F267E400C}" type="parTrans" cxnId="{4B62D9E3-F774-4256-9A7A-E1B5288902CE}">
      <dgm:prSet/>
      <dgm:spPr/>
      <dgm:t>
        <a:bodyPr/>
        <a:lstStyle/>
        <a:p>
          <a:endParaRPr lang="en-US"/>
        </a:p>
      </dgm:t>
    </dgm:pt>
    <dgm:pt modelId="{90596AF4-76B2-4B78-A54A-C026D1471885}" type="sibTrans" cxnId="{4B62D9E3-F774-4256-9A7A-E1B5288902CE}">
      <dgm:prSet/>
      <dgm:spPr/>
      <dgm:t>
        <a:bodyPr/>
        <a:lstStyle/>
        <a:p>
          <a:endParaRPr lang="en-US"/>
        </a:p>
      </dgm:t>
    </dgm:pt>
    <dgm:pt modelId="{F3D30902-174B-4B94-8D6D-727F92AF81E0}">
      <dgm:prSet/>
      <dgm:spPr/>
      <dgm:t>
        <a:bodyPr/>
        <a:lstStyle/>
        <a:p>
          <a:r>
            <a:rPr lang="en-GB"/>
            <a:t>2000s Integration of genetics and psychology (e.g., behavioral genetics) - Used scientific methods like twin studies to explore heritability of traits.</a:t>
          </a:r>
          <a:endParaRPr lang="en-US"/>
        </a:p>
      </dgm:t>
    </dgm:pt>
    <dgm:pt modelId="{0A3374E6-CF24-4A7F-A9C9-C56230B65B42}" type="parTrans" cxnId="{691334B2-FAED-47F2-85D4-B1953101AC0A}">
      <dgm:prSet/>
      <dgm:spPr/>
      <dgm:t>
        <a:bodyPr/>
        <a:lstStyle/>
        <a:p>
          <a:endParaRPr lang="en-US"/>
        </a:p>
      </dgm:t>
    </dgm:pt>
    <dgm:pt modelId="{22178655-BA2D-4535-9397-A5CCF2761CBB}" type="sibTrans" cxnId="{691334B2-FAED-47F2-85D4-B1953101AC0A}">
      <dgm:prSet/>
      <dgm:spPr/>
      <dgm:t>
        <a:bodyPr/>
        <a:lstStyle/>
        <a:p>
          <a:endParaRPr lang="en-US"/>
        </a:p>
      </dgm:t>
    </dgm:pt>
    <dgm:pt modelId="{CC474CA0-98F5-4F3F-A695-222CEB750BA9}">
      <dgm:prSet/>
      <dgm:spPr/>
      <dgm:t>
        <a:bodyPr/>
        <a:lstStyle/>
        <a:p>
          <a:r>
            <a:rPr lang="en-GB"/>
            <a:t>2010s Digital psychology and big data - Leveraged technology for large-scale behavioral analysis, making psychology more data-driven.</a:t>
          </a:r>
          <a:endParaRPr lang="en-US"/>
        </a:p>
      </dgm:t>
    </dgm:pt>
    <dgm:pt modelId="{069FA1A9-CE80-4A04-B38B-29C70E87BB5E}" type="parTrans" cxnId="{4D92CFD9-D549-4272-A13D-11160068A3FE}">
      <dgm:prSet/>
      <dgm:spPr/>
      <dgm:t>
        <a:bodyPr/>
        <a:lstStyle/>
        <a:p>
          <a:endParaRPr lang="en-US"/>
        </a:p>
      </dgm:t>
    </dgm:pt>
    <dgm:pt modelId="{0BA9D37C-7291-4101-976C-BEC263B42943}" type="sibTrans" cxnId="{4D92CFD9-D549-4272-A13D-11160068A3FE}">
      <dgm:prSet/>
      <dgm:spPr/>
      <dgm:t>
        <a:bodyPr/>
        <a:lstStyle/>
        <a:p>
          <a:endParaRPr lang="en-US"/>
        </a:p>
      </dgm:t>
    </dgm:pt>
    <dgm:pt modelId="{205CE426-BA88-4A4D-8F9C-2C65FC4E1840}">
      <dgm:prSet/>
      <dgm:spPr/>
      <dgm:t>
        <a:bodyPr/>
        <a:lstStyle/>
        <a:p>
          <a:r>
            <a:rPr lang="en-GB"/>
            <a:t>2021–2023 Studies on social media, loneliness, and AI-inspired models - Empirical research on modern issues like TikTok's impact on adolescents and machine learning in cognitive modeling.</a:t>
          </a:r>
          <a:endParaRPr lang="en-US"/>
        </a:p>
      </dgm:t>
    </dgm:pt>
    <dgm:pt modelId="{F7AC929C-2789-4D89-ABD7-55F31701C8FF}" type="parTrans" cxnId="{B8322DEA-D42A-46FC-B853-70E6BD8B7C7B}">
      <dgm:prSet/>
      <dgm:spPr/>
      <dgm:t>
        <a:bodyPr/>
        <a:lstStyle/>
        <a:p>
          <a:endParaRPr lang="en-US"/>
        </a:p>
      </dgm:t>
    </dgm:pt>
    <dgm:pt modelId="{A4C6486B-176F-4C04-A8DE-A38420C2811A}" type="sibTrans" cxnId="{B8322DEA-D42A-46FC-B853-70E6BD8B7C7B}">
      <dgm:prSet/>
      <dgm:spPr/>
      <dgm:t>
        <a:bodyPr/>
        <a:lstStyle/>
        <a:p>
          <a:endParaRPr lang="en-US"/>
        </a:p>
      </dgm:t>
    </dgm:pt>
    <dgm:pt modelId="{A9C21EB4-220F-4BE6-A104-0665637848D5}">
      <dgm:prSet/>
      <dgm:spPr/>
      <dgm:t>
        <a:bodyPr/>
        <a:lstStyle/>
        <a:p>
          <a:r>
            <a:rPr lang="en-GB"/>
            <a:t>2024–2025 Advancements in AI therapy, telehealth, digital therapeutics etc. - Psychology integrates with tech (e.g., AI chatbots for mental health, brain-computer interfaces) and neuroscience (e.g., immune system's role in anxiety), expanding access and precision in evidence-based interventions.</a:t>
          </a:r>
          <a:endParaRPr lang="en-US"/>
        </a:p>
      </dgm:t>
    </dgm:pt>
    <dgm:pt modelId="{76B31E43-844D-4338-A81B-07305006EA51}" type="parTrans" cxnId="{FB2019D0-2CED-4F6E-A6FF-6CEB0B576E87}">
      <dgm:prSet/>
      <dgm:spPr/>
      <dgm:t>
        <a:bodyPr/>
        <a:lstStyle/>
        <a:p>
          <a:endParaRPr lang="en-US"/>
        </a:p>
      </dgm:t>
    </dgm:pt>
    <dgm:pt modelId="{72B4323D-167A-4F54-9227-D96F561AC226}" type="sibTrans" cxnId="{FB2019D0-2CED-4F6E-A6FF-6CEB0B576E87}">
      <dgm:prSet/>
      <dgm:spPr/>
      <dgm:t>
        <a:bodyPr/>
        <a:lstStyle/>
        <a:p>
          <a:endParaRPr lang="en-US"/>
        </a:p>
      </dgm:t>
    </dgm:pt>
    <dgm:pt modelId="{72F6BA34-0A6A-4AC7-BC9B-4C839DD517D8}" type="pres">
      <dgm:prSet presAssocID="{1305465C-1463-4B51-8F6F-22794F4272CB}" presName="root" presStyleCnt="0">
        <dgm:presLayoutVars>
          <dgm:dir/>
          <dgm:resizeHandles val="exact"/>
        </dgm:presLayoutVars>
      </dgm:prSet>
      <dgm:spPr/>
      <dgm:t>
        <a:bodyPr/>
        <a:lstStyle/>
        <a:p>
          <a:endParaRPr lang="en-US"/>
        </a:p>
      </dgm:t>
    </dgm:pt>
    <dgm:pt modelId="{6976A8DA-8FA9-4D6A-B264-4DB25BA6AC07}" type="pres">
      <dgm:prSet presAssocID="{8D5FD129-496C-4FF0-8913-886DC1840AA4}" presName="compNode" presStyleCnt="0"/>
      <dgm:spPr/>
    </dgm:pt>
    <dgm:pt modelId="{2B60406B-808F-4346-9508-E746DF1652FD}" type="pres">
      <dgm:prSet presAssocID="{8D5FD129-496C-4FF0-8913-886DC1840AA4}" presName="bgRect" presStyleLbl="bgShp" presStyleIdx="0" presStyleCnt="5"/>
      <dgm:spPr/>
    </dgm:pt>
    <dgm:pt modelId="{761F472E-DBED-4997-90E0-523013209BF9}" type="pres">
      <dgm:prSet presAssocID="{8D5FD129-496C-4FF0-8913-886DC1840AA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pt>
    <dgm:pt modelId="{E59CE158-7497-433F-9FB3-DE58EA47D1E8}" type="pres">
      <dgm:prSet presAssocID="{8D5FD129-496C-4FF0-8913-886DC1840AA4}" presName="spaceRect" presStyleCnt="0"/>
      <dgm:spPr/>
    </dgm:pt>
    <dgm:pt modelId="{B1989454-3FB5-4D95-A3E0-33E88EDE8B5A}" type="pres">
      <dgm:prSet presAssocID="{8D5FD129-496C-4FF0-8913-886DC1840AA4}" presName="parTx" presStyleLbl="revTx" presStyleIdx="0" presStyleCnt="5">
        <dgm:presLayoutVars>
          <dgm:chMax val="0"/>
          <dgm:chPref val="0"/>
        </dgm:presLayoutVars>
      </dgm:prSet>
      <dgm:spPr/>
      <dgm:t>
        <a:bodyPr/>
        <a:lstStyle/>
        <a:p>
          <a:endParaRPr lang="en-US"/>
        </a:p>
      </dgm:t>
    </dgm:pt>
    <dgm:pt modelId="{02D94704-E713-43EB-B4A4-2F5669C49D3D}" type="pres">
      <dgm:prSet presAssocID="{90596AF4-76B2-4B78-A54A-C026D1471885}" presName="sibTrans" presStyleCnt="0"/>
      <dgm:spPr/>
    </dgm:pt>
    <dgm:pt modelId="{0FFE19E6-1086-4446-82B9-234FC8499841}" type="pres">
      <dgm:prSet presAssocID="{F3D30902-174B-4B94-8D6D-727F92AF81E0}" presName="compNode" presStyleCnt="0"/>
      <dgm:spPr/>
    </dgm:pt>
    <dgm:pt modelId="{4630CCEF-A99A-4527-BD5A-C341435A1065}" type="pres">
      <dgm:prSet presAssocID="{F3D30902-174B-4B94-8D6D-727F92AF81E0}" presName="bgRect" presStyleLbl="bgShp" presStyleIdx="1" presStyleCnt="5"/>
      <dgm:spPr/>
    </dgm:pt>
    <dgm:pt modelId="{FA5E24E8-FEDF-4745-B89A-E082AC137384}" type="pres">
      <dgm:prSet presAssocID="{F3D30902-174B-4B94-8D6D-727F92AF81E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pt>
    <dgm:pt modelId="{F1EDC2A0-13D9-4393-94A6-190F40D30219}" type="pres">
      <dgm:prSet presAssocID="{F3D30902-174B-4B94-8D6D-727F92AF81E0}" presName="spaceRect" presStyleCnt="0"/>
      <dgm:spPr/>
    </dgm:pt>
    <dgm:pt modelId="{E7822216-AF03-4F4E-92A5-DD0945BFDC40}" type="pres">
      <dgm:prSet presAssocID="{F3D30902-174B-4B94-8D6D-727F92AF81E0}" presName="parTx" presStyleLbl="revTx" presStyleIdx="1" presStyleCnt="5">
        <dgm:presLayoutVars>
          <dgm:chMax val="0"/>
          <dgm:chPref val="0"/>
        </dgm:presLayoutVars>
      </dgm:prSet>
      <dgm:spPr/>
      <dgm:t>
        <a:bodyPr/>
        <a:lstStyle/>
        <a:p>
          <a:endParaRPr lang="en-US"/>
        </a:p>
      </dgm:t>
    </dgm:pt>
    <dgm:pt modelId="{2A591853-E156-4107-A28C-77CC0CEA5426}" type="pres">
      <dgm:prSet presAssocID="{22178655-BA2D-4535-9397-A5CCF2761CBB}" presName="sibTrans" presStyleCnt="0"/>
      <dgm:spPr/>
    </dgm:pt>
    <dgm:pt modelId="{2A75D26A-7506-47FB-9C4B-19FA5BB6BC7B}" type="pres">
      <dgm:prSet presAssocID="{CC474CA0-98F5-4F3F-A695-222CEB750BA9}" presName="compNode" presStyleCnt="0"/>
      <dgm:spPr/>
    </dgm:pt>
    <dgm:pt modelId="{4155706F-DAF5-4BA1-A9D4-0A2314588C18}" type="pres">
      <dgm:prSet presAssocID="{CC474CA0-98F5-4F3F-A695-222CEB750BA9}" presName="bgRect" presStyleLbl="bgShp" presStyleIdx="2" presStyleCnt="5"/>
      <dgm:spPr/>
    </dgm:pt>
    <dgm:pt modelId="{70A2B49A-CAED-423E-B746-3B6F8D5125C3}" type="pres">
      <dgm:prSet presAssocID="{CC474CA0-98F5-4F3F-A695-222CEB750BA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pt>
    <dgm:pt modelId="{C879832E-64D5-4802-BABC-590A78E85443}" type="pres">
      <dgm:prSet presAssocID="{CC474CA0-98F5-4F3F-A695-222CEB750BA9}" presName="spaceRect" presStyleCnt="0"/>
      <dgm:spPr/>
    </dgm:pt>
    <dgm:pt modelId="{AD85755F-DF7A-4AB5-B8C1-BDBFD8F19403}" type="pres">
      <dgm:prSet presAssocID="{CC474CA0-98F5-4F3F-A695-222CEB750BA9}" presName="parTx" presStyleLbl="revTx" presStyleIdx="2" presStyleCnt="5">
        <dgm:presLayoutVars>
          <dgm:chMax val="0"/>
          <dgm:chPref val="0"/>
        </dgm:presLayoutVars>
      </dgm:prSet>
      <dgm:spPr/>
      <dgm:t>
        <a:bodyPr/>
        <a:lstStyle/>
        <a:p>
          <a:endParaRPr lang="en-US"/>
        </a:p>
      </dgm:t>
    </dgm:pt>
    <dgm:pt modelId="{E45CB9F4-F8AE-4EB2-BC23-339312C36B05}" type="pres">
      <dgm:prSet presAssocID="{0BA9D37C-7291-4101-976C-BEC263B42943}" presName="sibTrans" presStyleCnt="0"/>
      <dgm:spPr/>
    </dgm:pt>
    <dgm:pt modelId="{98C224C1-E5BC-4B13-9DCA-7B9E853577E5}" type="pres">
      <dgm:prSet presAssocID="{205CE426-BA88-4A4D-8F9C-2C65FC4E1840}" presName="compNode" presStyleCnt="0"/>
      <dgm:spPr/>
    </dgm:pt>
    <dgm:pt modelId="{AF148E53-A718-4069-9C47-89553D5B2CAA}" type="pres">
      <dgm:prSet presAssocID="{205CE426-BA88-4A4D-8F9C-2C65FC4E1840}" presName="bgRect" presStyleLbl="bgShp" presStyleIdx="3" presStyleCnt="5"/>
      <dgm:spPr/>
    </dgm:pt>
    <dgm:pt modelId="{4933102F-8FD1-49F8-945A-CAED85FD2C7A}" type="pres">
      <dgm:prSet presAssocID="{205CE426-BA88-4A4D-8F9C-2C65FC4E184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pt>
    <dgm:pt modelId="{ECBA4284-6A0F-462A-B590-0416E7442857}" type="pres">
      <dgm:prSet presAssocID="{205CE426-BA88-4A4D-8F9C-2C65FC4E1840}" presName="spaceRect" presStyleCnt="0"/>
      <dgm:spPr/>
    </dgm:pt>
    <dgm:pt modelId="{28A5CE4B-AD4E-417E-8B5B-AF9CA1425189}" type="pres">
      <dgm:prSet presAssocID="{205CE426-BA88-4A4D-8F9C-2C65FC4E1840}" presName="parTx" presStyleLbl="revTx" presStyleIdx="3" presStyleCnt="5">
        <dgm:presLayoutVars>
          <dgm:chMax val="0"/>
          <dgm:chPref val="0"/>
        </dgm:presLayoutVars>
      </dgm:prSet>
      <dgm:spPr/>
      <dgm:t>
        <a:bodyPr/>
        <a:lstStyle/>
        <a:p>
          <a:endParaRPr lang="en-US"/>
        </a:p>
      </dgm:t>
    </dgm:pt>
    <dgm:pt modelId="{0DCC51AE-6C07-417E-A725-3261738D887B}" type="pres">
      <dgm:prSet presAssocID="{A4C6486B-176F-4C04-A8DE-A38420C2811A}" presName="sibTrans" presStyleCnt="0"/>
      <dgm:spPr/>
    </dgm:pt>
    <dgm:pt modelId="{E55D2B20-2A07-4AD5-92CC-56E032B88B2B}" type="pres">
      <dgm:prSet presAssocID="{A9C21EB4-220F-4BE6-A104-0665637848D5}" presName="compNode" presStyleCnt="0"/>
      <dgm:spPr/>
    </dgm:pt>
    <dgm:pt modelId="{B019926C-2F44-4B19-8BDF-B1360FF5ED7D}" type="pres">
      <dgm:prSet presAssocID="{A9C21EB4-220F-4BE6-A104-0665637848D5}" presName="bgRect" presStyleLbl="bgShp" presStyleIdx="4" presStyleCnt="5"/>
      <dgm:spPr/>
    </dgm:pt>
    <dgm:pt modelId="{8C8B3440-E220-4483-B8B2-841592993A0F}" type="pres">
      <dgm:prSet presAssocID="{A9C21EB4-220F-4BE6-A104-0665637848D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pt>
    <dgm:pt modelId="{E2647C48-CAC5-4605-A355-13CEB3F4B5F1}" type="pres">
      <dgm:prSet presAssocID="{A9C21EB4-220F-4BE6-A104-0665637848D5}" presName="spaceRect" presStyleCnt="0"/>
      <dgm:spPr/>
    </dgm:pt>
    <dgm:pt modelId="{CE7CD443-9352-4ED9-B4CE-B57369ECA015}" type="pres">
      <dgm:prSet presAssocID="{A9C21EB4-220F-4BE6-A104-0665637848D5}" presName="parTx" presStyleLbl="revTx" presStyleIdx="4" presStyleCnt="5">
        <dgm:presLayoutVars>
          <dgm:chMax val="0"/>
          <dgm:chPref val="0"/>
        </dgm:presLayoutVars>
      </dgm:prSet>
      <dgm:spPr/>
      <dgm:t>
        <a:bodyPr/>
        <a:lstStyle/>
        <a:p>
          <a:endParaRPr lang="en-US"/>
        </a:p>
      </dgm:t>
    </dgm:pt>
  </dgm:ptLst>
  <dgm:cxnLst>
    <dgm:cxn modelId="{B6C0733F-D0B5-4130-9859-B1FB5808392F}" type="presOf" srcId="{8D5FD129-496C-4FF0-8913-886DC1840AA4}" destId="{B1989454-3FB5-4D95-A3E0-33E88EDE8B5A}" srcOrd="0" destOrd="0" presId="urn:microsoft.com/office/officeart/2018/2/layout/IconVerticalSolidList"/>
    <dgm:cxn modelId="{07E6F033-6748-4F2B-8C90-E27CD42CF74D}" type="presOf" srcId="{A9C21EB4-220F-4BE6-A104-0665637848D5}" destId="{CE7CD443-9352-4ED9-B4CE-B57369ECA015}" srcOrd="0" destOrd="0" presId="urn:microsoft.com/office/officeart/2018/2/layout/IconVerticalSolidList"/>
    <dgm:cxn modelId="{0F7E2EBF-5794-4855-82DB-3315AAF9D0A4}" type="presOf" srcId="{F3D30902-174B-4B94-8D6D-727F92AF81E0}" destId="{E7822216-AF03-4F4E-92A5-DD0945BFDC40}" srcOrd="0" destOrd="0" presId="urn:microsoft.com/office/officeart/2018/2/layout/IconVerticalSolidList"/>
    <dgm:cxn modelId="{9DC98DBA-3D62-450C-A04C-EF0A0CD8D596}" type="presOf" srcId="{1305465C-1463-4B51-8F6F-22794F4272CB}" destId="{72F6BA34-0A6A-4AC7-BC9B-4C839DD517D8}" srcOrd="0" destOrd="0" presId="urn:microsoft.com/office/officeart/2018/2/layout/IconVerticalSolidList"/>
    <dgm:cxn modelId="{4B62D9E3-F774-4256-9A7A-E1B5288902CE}" srcId="{1305465C-1463-4B51-8F6F-22794F4272CB}" destId="{8D5FD129-496C-4FF0-8913-886DC1840AA4}" srcOrd="0" destOrd="0" parTransId="{7B5CDE5E-B85A-4DA6-BAC2-339F267E400C}" sibTransId="{90596AF4-76B2-4B78-A54A-C026D1471885}"/>
    <dgm:cxn modelId="{3C5C8B99-6DFF-4E80-A7A6-8738E8D5679B}" type="presOf" srcId="{CC474CA0-98F5-4F3F-A695-222CEB750BA9}" destId="{AD85755F-DF7A-4AB5-B8C1-BDBFD8F19403}" srcOrd="0" destOrd="0" presId="urn:microsoft.com/office/officeart/2018/2/layout/IconVerticalSolidList"/>
    <dgm:cxn modelId="{4D92CFD9-D549-4272-A13D-11160068A3FE}" srcId="{1305465C-1463-4B51-8F6F-22794F4272CB}" destId="{CC474CA0-98F5-4F3F-A695-222CEB750BA9}" srcOrd="2" destOrd="0" parTransId="{069FA1A9-CE80-4A04-B38B-29C70E87BB5E}" sibTransId="{0BA9D37C-7291-4101-976C-BEC263B42943}"/>
    <dgm:cxn modelId="{B8322DEA-D42A-46FC-B853-70E6BD8B7C7B}" srcId="{1305465C-1463-4B51-8F6F-22794F4272CB}" destId="{205CE426-BA88-4A4D-8F9C-2C65FC4E1840}" srcOrd="3" destOrd="0" parTransId="{F7AC929C-2789-4D89-ABD7-55F31701C8FF}" sibTransId="{A4C6486B-176F-4C04-A8DE-A38420C2811A}"/>
    <dgm:cxn modelId="{FAB216D0-A990-4AEA-BBA6-9B55D3ED1313}" type="presOf" srcId="{205CE426-BA88-4A4D-8F9C-2C65FC4E1840}" destId="{28A5CE4B-AD4E-417E-8B5B-AF9CA1425189}" srcOrd="0" destOrd="0" presId="urn:microsoft.com/office/officeart/2018/2/layout/IconVerticalSolidList"/>
    <dgm:cxn modelId="{FB2019D0-2CED-4F6E-A6FF-6CEB0B576E87}" srcId="{1305465C-1463-4B51-8F6F-22794F4272CB}" destId="{A9C21EB4-220F-4BE6-A104-0665637848D5}" srcOrd="4" destOrd="0" parTransId="{76B31E43-844D-4338-A81B-07305006EA51}" sibTransId="{72B4323D-167A-4F54-9227-D96F561AC226}"/>
    <dgm:cxn modelId="{691334B2-FAED-47F2-85D4-B1953101AC0A}" srcId="{1305465C-1463-4B51-8F6F-22794F4272CB}" destId="{F3D30902-174B-4B94-8D6D-727F92AF81E0}" srcOrd="1" destOrd="0" parTransId="{0A3374E6-CF24-4A7F-A9C9-C56230B65B42}" sibTransId="{22178655-BA2D-4535-9397-A5CCF2761CBB}"/>
    <dgm:cxn modelId="{E0127437-9F24-42F8-953F-E1709A1A0005}" type="presParOf" srcId="{72F6BA34-0A6A-4AC7-BC9B-4C839DD517D8}" destId="{6976A8DA-8FA9-4D6A-B264-4DB25BA6AC07}" srcOrd="0" destOrd="0" presId="urn:microsoft.com/office/officeart/2018/2/layout/IconVerticalSolidList"/>
    <dgm:cxn modelId="{67E33099-C618-4EF7-8631-501047DE9277}" type="presParOf" srcId="{6976A8DA-8FA9-4D6A-B264-4DB25BA6AC07}" destId="{2B60406B-808F-4346-9508-E746DF1652FD}" srcOrd="0" destOrd="0" presId="urn:microsoft.com/office/officeart/2018/2/layout/IconVerticalSolidList"/>
    <dgm:cxn modelId="{CAD1AF43-D911-4137-A3FD-9FD12EB7CB1C}" type="presParOf" srcId="{6976A8DA-8FA9-4D6A-B264-4DB25BA6AC07}" destId="{761F472E-DBED-4997-90E0-523013209BF9}" srcOrd="1" destOrd="0" presId="urn:microsoft.com/office/officeart/2018/2/layout/IconVerticalSolidList"/>
    <dgm:cxn modelId="{DD777897-F95D-47DF-99F2-9AA82BBBD49E}" type="presParOf" srcId="{6976A8DA-8FA9-4D6A-B264-4DB25BA6AC07}" destId="{E59CE158-7497-433F-9FB3-DE58EA47D1E8}" srcOrd="2" destOrd="0" presId="urn:microsoft.com/office/officeart/2018/2/layout/IconVerticalSolidList"/>
    <dgm:cxn modelId="{3C6BF395-8E24-4900-B8A4-D737C35B57DC}" type="presParOf" srcId="{6976A8DA-8FA9-4D6A-B264-4DB25BA6AC07}" destId="{B1989454-3FB5-4D95-A3E0-33E88EDE8B5A}" srcOrd="3" destOrd="0" presId="urn:microsoft.com/office/officeart/2018/2/layout/IconVerticalSolidList"/>
    <dgm:cxn modelId="{010A77DB-43F6-4A88-A139-1EE88EA830A6}" type="presParOf" srcId="{72F6BA34-0A6A-4AC7-BC9B-4C839DD517D8}" destId="{02D94704-E713-43EB-B4A4-2F5669C49D3D}" srcOrd="1" destOrd="0" presId="urn:microsoft.com/office/officeart/2018/2/layout/IconVerticalSolidList"/>
    <dgm:cxn modelId="{31E4BC84-570E-4349-A33B-B487BBE2F6F4}" type="presParOf" srcId="{72F6BA34-0A6A-4AC7-BC9B-4C839DD517D8}" destId="{0FFE19E6-1086-4446-82B9-234FC8499841}" srcOrd="2" destOrd="0" presId="urn:microsoft.com/office/officeart/2018/2/layout/IconVerticalSolidList"/>
    <dgm:cxn modelId="{99434022-FBBA-4794-8AB9-B135068FCA60}" type="presParOf" srcId="{0FFE19E6-1086-4446-82B9-234FC8499841}" destId="{4630CCEF-A99A-4527-BD5A-C341435A1065}" srcOrd="0" destOrd="0" presId="urn:microsoft.com/office/officeart/2018/2/layout/IconVerticalSolidList"/>
    <dgm:cxn modelId="{7712051A-5666-4DFF-9794-D3F26FE37F07}" type="presParOf" srcId="{0FFE19E6-1086-4446-82B9-234FC8499841}" destId="{FA5E24E8-FEDF-4745-B89A-E082AC137384}" srcOrd="1" destOrd="0" presId="urn:microsoft.com/office/officeart/2018/2/layout/IconVerticalSolidList"/>
    <dgm:cxn modelId="{49DF491B-21E3-458A-B3BE-A2DDE3CD3FCB}" type="presParOf" srcId="{0FFE19E6-1086-4446-82B9-234FC8499841}" destId="{F1EDC2A0-13D9-4393-94A6-190F40D30219}" srcOrd="2" destOrd="0" presId="urn:microsoft.com/office/officeart/2018/2/layout/IconVerticalSolidList"/>
    <dgm:cxn modelId="{89E38FC2-D04D-4515-9062-16D19F8FF0F3}" type="presParOf" srcId="{0FFE19E6-1086-4446-82B9-234FC8499841}" destId="{E7822216-AF03-4F4E-92A5-DD0945BFDC40}" srcOrd="3" destOrd="0" presId="urn:microsoft.com/office/officeart/2018/2/layout/IconVerticalSolidList"/>
    <dgm:cxn modelId="{A3707BCA-00E9-4D80-BAF4-6DF89B0EEB97}" type="presParOf" srcId="{72F6BA34-0A6A-4AC7-BC9B-4C839DD517D8}" destId="{2A591853-E156-4107-A28C-77CC0CEA5426}" srcOrd="3" destOrd="0" presId="urn:microsoft.com/office/officeart/2018/2/layout/IconVerticalSolidList"/>
    <dgm:cxn modelId="{4D710C0D-A6D3-4004-AEFC-07C2B709D97C}" type="presParOf" srcId="{72F6BA34-0A6A-4AC7-BC9B-4C839DD517D8}" destId="{2A75D26A-7506-47FB-9C4B-19FA5BB6BC7B}" srcOrd="4" destOrd="0" presId="urn:microsoft.com/office/officeart/2018/2/layout/IconVerticalSolidList"/>
    <dgm:cxn modelId="{FFAF4969-E07E-4AAB-B947-F63B5B699C62}" type="presParOf" srcId="{2A75D26A-7506-47FB-9C4B-19FA5BB6BC7B}" destId="{4155706F-DAF5-4BA1-A9D4-0A2314588C18}" srcOrd="0" destOrd="0" presId="urn:microsoft.com/office/officeart/2018/2/layout/IconVerticalSolidList"/>
    <dgm:cxn modelId="{C5A22445-838D-4DCD-85FF-0B440A45DA36}" type="presParOf" srcId="{2A75D26A-7506-47FB-9C4B-19FA5BB6BC7B}" destId="{70A2B49A-CAED-423E-B746-3B6F8D5125C3}" srcOrd="1" destOrd="0" presId="urn:microsoft.com/office/officeart/2018/2/layout/IconVerticalSolidList"/>
    <dgm:cxn modelId="{D7BD2355-E92D-4E39-9113-8AF6DE50A5ED}" type="presParOf" srcId="{2A75D26A-7506-47FB-9C4B-19FA5BB6BC7B}" destId="{C879832E-64D5-4802-BABC-590A78E85443}" srcOrd="2" destOrd="0" presId="urn:microsoft.com/office/officeart/2018/2/layout/IconVerticalSolidList"/>
    <dgm:cxn modelId="{A3955B7C-67B4-4D96-B207-2D3226B9C4A0}" type="presParOf" srcId="{2A75D26A-7506-47FB-9C4B-19FA5BB6BC7B}" destId="{AD85755F-DF7A-4AB5-B8C1-BDBFD8F19403}" srcOrd="3" destOrd="0" presId="urn:microsoft.com/office/officeart/2018/2/layout/IconVerticalSolidList"/>
    <dgm:cxn modelId="{E170B13D-0BB5-44FB-9FBB-B0AFFF3F6FE9}" type="presParOf" srcId="{72F6BA34-0A6A-4AC7-BC9B-4C839DD517D8}" destId="{E45CB9F4-F8AE-4EB2-BC23-339312C36B05}" srcOrd="5" destOrd="0" presId="urn:microsoft.com/office/officeart/2018/2/layout/IconVerticalSolidList"/>
    <dgm:cxn modelId="{D0312D3C-32B9-47F0-8D9B-4BFB7A2A3ABA}" type="presParOf" srcId="{72F6BA34-0A6A-4AC7-BC9B-4C839DD517D8}" destId="{98C224C1-E5BC-4B13-9DCA-7B9E853577E5}" srcOrd="6" destOrd="0" presId="urn:microsoft.com/office/officeart/2018/2/layout/IconVerticalSolidList"/>
    <dgm:cxn modelId="{DAA8CC22-C8AB-4F61-9361-CC276283068F}" type="presParOf" srcId="{98C224C1-E5BC-4B13-9DCA-7B9E853577E5}" destId="{AF148E53-A718-4069-9C47-89553D5B2CAA}" srcOrd="0" destOrd="0" presId="urn:microsoft.com/office/officeart/2018/2/layout/IconVerticalSolidList"/>
    <dgm:cxn modelId="{3326E9D1-468F-4E9F-B22C-C6F873FD48E4}" type="presParOf" srcId="{98C224C1-E5BC-4B13-9DCA-7B9E853577E5}" destId="{4933102F-8FD1-49F8-945A-CAED85FD2C7A}" srcOrd="1" destOrd="0" presId="urn:microsoft.com/office/officeart/2018/2/layout/IconVerticalSolidList"/>
    <dgm:cxn modelId="{FC4B7346-0213-4E84-8376-10A7BB61A6F2}" type="presParOf" srcId="{98C224C1-E5BC-4B13-9DCA-7B9E853577E5}" destId="{ECBA4284-6A0F-462A-B590-0416E7442857}" srcOrd="2" destOrd="0" presId="urn:microsoft.com/office/officeart/2018/2/layout/IconVerticalSolidList"/>
    <dgm:cxn modelId="{B4AF6F5A-A08E-47EE-8FAD-9E24D5D7E22E}" type="presParOf" srcId="{98C224C1-E5BC-4B13-9DCA-7B9E853577E5}" destId="{28A5CE4B-AD4E-417E-8B5B-AF9CA1425189}" srcOrd="3" destOrd="0" presId="urn:microsoft.com/office/officeart/2018/2/layout/IconVerticalSolidList"/>
    <dgm:cxn modelId="{F615990E-4B7E-46C3-B5A8-5201BBE1F18D}" type="presParOf" srcId="{72F6BA34-0A6A-4AC7-BC9B-4C839DD517D8}" destId="{0DCC51AE-6C07-417E-A725-3261738D887B}" srcOrd="7" destOrd="0" presId="urn:microsoft.com/office/officeart/2018/2/layout/IconVerticalSolidList"/>
    <dgm:cxn modelId="{29A2EB7D-7B93-4568-8F17-E7ADB03F0323}" type="presParOf" srcId="{72F6BA34-0A6A-4AC7-BC9B-4C839DD517D8}" destId="{E55D2B20-2A07-4AD5-92CC-56E032B88B2B}" srcOrd="8" destOrd="0" presId="urn:microsoft.com/office/officeart/2018/2/layout/IconVerticalSolidList"/>
    <dgm:cxn modelId="{F22503BB-343A-4B50-971A-A732AB304605}" type="presParOf" srcId="{E55D2B20-2A07-4AD5-92CC-56E032B88B2B}" destId="{B019926C-2F44-4B19-8BDF-B1360FF5ED7D}" srcOrd="0" destOrd="0" presId="urn:microsoft.com/office/officeart/2018/2/layout/IconVerticalSolidList"/>
    <dgm:cxn modelId="{7406F387-630A-460E-8317-15D301B08F8F}" type="presParOf" srcId="{E55D2B20-2A07-4AD5-92CC-56E032B88B2B}" destId="{8C8B3440-E220-4483-B8B2-841592993A0F}" srcOrd="1" destOrd="0" presId="urn:microsoft.com/office/officeart/2018/2/layout/IconVerticalSolidList"/>
    <dgm:cxn modelId="{C6416765-49F7-4C2F-9D04-66DF37DB30DE}" type="presParOf" srcId="{E55D2B20-2A07-4AD5-92CC-56E032B88B2B}" destId="{E2647C48-CAC5-4605-A355-13CEB3F4B5F1}" srcOrd="2" destOrd="0" presId="urn:microsoft.com/office/officeart/2018/2/layout/IconVerticalSolidList"/>
    <dgm:cxn modelId="{64D59B0B-DF4D-46D6-B6E1-E06DD33E7150}" type="presParOf" srcId="{E55D2B20-2A07-4AD5-92CC-56E032B88B2B}" destId="{CE7CD443-9352-4ED9-B4CE-B57369ECA01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D8F39-0208-4472-84F4-835CF9D0BC76}">
      <dsp:nvSpPr>
        <dsp:cNvPr id="0" name=""/>
        <dsp:cNvSpPr/>
      </dsp:nvSpPr>
      <dsp:spPr>
        <a:xfrm>
          <a:off x="0" y="2630"/>
          <a:ext cx="9779182" cy="56025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39B665-2EF5-4BEC-956A-03EF0035356E}">
      <dsp:nvSpPr>
        <dsp:cNvPr id="0" name=""/>
        <dsp:cNvSpPr/>
      </dsp:nvSpPr>
      <dsp:spPr>
        <a:xfrm>
          <a:off x="169478" y="128688"/>
          <a:ext cx="308142" cy="3081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48E12B-9280-4483-AAB2-CA655F2FE9EC}">
      <dsp:nvSpPr>
        <dsp:cNvPr id="0" name=""/>
        <dsp:cNvSpPr/>
      </dsp:nvSpPr>
      <dsp:spPr bwMode="white">
        <a:xfrm>
          <a:off x="647099" y="2630"/>
          <a:ext cx="9132082" cy="56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94" tIns="59294" rIns="59294" bIns="59294" numCol="1" spcCol="1270" anchor="ctr" anchorCtr="0">
          <a:noAutofit/>
        </a:bodyPr>
        <a:lstStyle/>
        <a:p>
          <a:pPr lvl="0" algn="l" defTabSz="711200">
            <a:lnSpc>
              <a:spcPct val="90000"/>
            </a:lnSpc>
            <a:spcBef>
              <a:spcPct val="0"/>
            </a:spcBef>
            <a:spcAft>
              <a:spcPct val="35000"/>
            </a:spcAft>
          </a:pPr>
          <a:r>
            <a:rPr lang="en-GB" sz="1600" kern="1200"/>
            <a:t>1879 Wilhelm Wundt opens first experimental psychology lab in Leipzig - Psychology separates from philosophy, becoming an independent science focused on introspection and experimentation.</a:t>
          </a:r>
          <a:endParaRPr lang="en-US" sz="1600" kern="1200"/>
        </a:p>
      </dsp:txBody>
      <dsp:txXfrm>
        <a:off x="647099" y="2630"/>
        <a:ext cx="9132082" cy="560259"/>
      </dsp:txXfrm>
    </dsp:sp>
    <dsp:sp modelId="{4E70AAF8-8CC0-4BAB-8EF2-AE277414EE5F}">
      <dsp:nvSpPr>
        <dsp:cNvPr id="0" name=""/>
        <dsp:cNvSpPr/>
      </dsp:nvSpPr>
      <dsp:spPr>
        <a:xfrm>
          <a:off x="0" y="702954"/>
          <a:ext cx="9779182" cy="56025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8898F1-C9D7-4144-9FFA-2AEE2E7829BA}">
      <dsp:nvSpPr>
        <dsp:cNvPr id="0" name=""/>
        <dsp:cNvSpPr/>
      </dsp:nvSpPr>
      <dsp:spPr>
        <a:xfrm>
          <a:off x="169478" y="829012"/>
          <a:ext cx="308142" cy="3081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795B72-EBCF-4BFF-ACD6-B457BC057DFE}">
      <dsp:nvSpPr>
        <dsp:cNvPr id="0" name=""/>
        <dsp:cNvSpPr/>
      </dsp:nvSpPr>
      <dsp:spPr bwMode="white">
        <a:xfrm>
          <a:off x="647099" y="702954"/>
          <a:ext cx="9132082" cy="56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94" tIns="59294" rIns="59294" bIns="59294" numCol="1" spcCol="1270" anchor="ctr" anchorCtr="0">
          <a:noAutofit/>
        </a:bodyPr>
        <a:lstStyle/>
        <a:p>
          <a:pPr lvl="0" algn="l" defTabSz="711200">
            <a:lnSpc>
              <a:spcPct val="90000"/>
            </a:lnSpc>
            <a:spcBef>
              <a:spcPct val="0"/>
            </a:spcBef>
            <a:spcAft>
              <a:spcPct val="35000"/>
            </a:spcAft>
          </a:pPr>
          <a:r>
            <a:rPr lang="en-GB" sz="1600" kern="1200"/>
            <a:t>1883 Stanley Hall opens first U.S. psychology lab at Johns Hopkins - Expanded scientific psychology globally, emphasizing research.</a:t>
          </a:r>
          <a:endParaRPr lang="en-US" sz="1600" kern="1200"/>
        </a:p>
      </dsp:txBody>
      <dsp:txXfrm>
        <a:off x="647099" y="702954"/>
        <a:ext cx="9132082" cy="560259"/>
      </dsp:txXfrm>
    </dsp:sp>
    <dsp:sp modelId="{AC4D65D3-8202-47EB-85C1-D118A2F30983}">
      <dsp:nvSpPr>
        <dsp:cNvPr id="0" name=""/>
        <dsp:cNvSpPr/>
      </dsp:nvSpPr>
      <dsp:spPr>
        <a:xfrm>
          <a:off x="0" y="1403277"/>
          <a:ext cx="9779182" cy="56025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644525-2099-47CC-A5D3-7C91416523C8}">
      <dsp:nvSpPr>
        <dsp:cNvPr id="0" name=""/>
        <dsp:cNvSpPr/>
      </dsp:nvSpPr>
      <dsp:spPr>
        <a:xfrm>
          <a:off x="169478" y="1529336"/>
          <a:ext cx="308142" cy="3081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8D4638-7DD2-45A0-ADD8-97D4207A35BF}">
      <dsp:nvSpPr>
        <dsp:cNvPr id="0" name=""/>
        <dsp:cNvSpPr/>
      </dsp:nvSpPr>
      <dsp:spPr bwMode="white">
        <a:xfrm>
          <a:off x="647099" y="1403277"/>
          <a:ext cx="9132082" cy="56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94" tIns="59294" rIns="59294" bIns="59294" numCol="1" spcCol="1270" anchor="ctr" anchorCtr="0">
          <a:noAutofit/>
        </a:bodyPr>
        <a:lstStyle/>
        <a:p>
          <a:pPr lvl="0" algn="l" defTabSz="711200">
            <a:lnSpc>
              <a:spcPct val="90000"/>
            </a:lnSpc>
            <a:spcBef>
              <a:spcPct val="0"/>
            </a:spcBef>
            <a:spcAft>
              <a:spcPct val="35000"/>
            </a:spcAft>
          </a:pPr>
          <a:r>
            <a:rPr lang="en-GB" sz="1600" kern="1200"/>
            <a:t>1885 Hermann Ebbinghaus publishes on memory experiments - Demonstrated systematic self-experimentation, solidifying cognitive psychology's scientific basis.</a:t>
          </a:r>
          <a:endParaRPr lang="en-US" sz="1600" kern="1200"/>
        </a:p>
      </dsp:txBody>
      <dsp:txXfrm>
        <a:off x="647099" y="1403277"/>
        <a:ext cx="9132082" cy="560259"/>
      </dsp:txXfrm>
    </dsp:sp>
    <dsp:sp modelId="{86748D1B-24BD-4A35-8790-25BDDFAB6748}">
      <dsp:nvSpPr>
        <dsp:cNvPr id="0" name=""/>
        <dsp:cNvSpPr/>
      </dsp:nvSpPr>
      <dsp:spPr>
        <a:xfrm>
          <a:off x="0" y="2103601"/>
          <a:ext cx="9779182" cy="56025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79B648-6FF5-478C-874A-973D5E26C4A1}">
      <dsp:nvSpPr>
        <dsp:cNvPr id="0" name=""/>
        <dsp:cNvSpPr/>
      </dsp:nvSpPr>
      <dsp:spPr>
        <a:xfrm>
          <a:off x="169478" y="2229660"/>
          <a:ext cx="308142" cy="3081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C47D4E-B891-4C39-96AD-89A9B8C6A44D}">
      <dsp:nvSpPr>
        <dsp:cNvPr id="0" name=""/>
        <dsp:cNvSpPr/>
      </dsp:nvSpPr>
      <dsp:spPr bwMode="white">
        <a:xfrm>
          <a:off x="647099" y="2103601"/>
          <a:ext cx="9132082" cy="56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94" tIns="59294" rIns="59294" bIns="59294" numCol="1" spcCol="1270" anchor="ctr" anchorCtr="0">
          <a:noAutofit/>
        </a:bodyPr>
        <a:lstStyle/>
        <a:p>
          <a:pPr lvl="0" algn="l" defTabSz="711200">
            <a:lnSpc>
              <a:spcPct val="90000"/>
            </a:lnSpc>
            <a:spcBef>
              <a:spcPct val="0"/>
            </a:spcBef>
            <a:spcAft>
              <a:spcPct val="35000"/>
            </a:spcAft>
          </a:pPr>
          <a:r>
            <a:rPr lang="en-GB" sz="1600" kern="1200" dirty="0"/>
            <a:t>1886 Sigmund Freud begins psychoanalysis - Introduced talk therapy and unconscious mind theories, adding depth to scientific inquiry into mental processes.</a:t>
          </a:r>
          <a:endParaRPr lang="en-US" sz="1600" kern="1200" dirty="0"/>
        </a:p>
      </dsp:txBody>
      <dsp:txXfrm>
        <a:off x="647099" y="2103601"/>
        <a:ext cx="9132082" cy="560259"/>
      </dsp:txXfrm>
    </dsp:sp>
    <dsp:sp modelId="{ED577690-D545-4E9D-8923-E08DC912DCAD}">
      <dsp:nvSpPr>
        <dsp:cNvPr id="0" name=""/>
        <dsp:cNvSpPr/>
      </dsp:nvSpPr>
      <dsp:spPr>
        <a:xfrm>
          <a:off x="0" y="2803925"/>
          <a:ext cx="9779182" cy="56025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BC4114-FAFC-4806-B3BE-1D21083E96A1}">
      <dsp:nvSpPr>
        <dsp:cNvPr id="0" name=""/>
        <dsp:cNvSpPr/>
      </dsp:nvSpPr>
      <dsp:spPr>
        <a:xfrm>
          <a:off x="169478" y="2929983"/>
          <a:ext cx="308142" cy="3081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2B016B-7622-459E-A3C6-AC41D7B341D1}">
      <dsp:nvSpPr>
        <dsp:cNvPr id="0" name=""/>
        <dsp:cNvSpPr/>
      </dsp:nvSpPr>
      <dsp:spPr bwMode="white">
        <a:xfrm>
          <a:off x="647099" y="2803925"/>
          <a:ext cx="9132082" cy="560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94" tIns="59294" rIns="59294" bIns="59294" numCol="1" spcCol="1270" anchor="ctr" anchorCtr="0">
          <a:noAutofit/>
        </a:bodyPr>
        <a:lstStyle/>
        <a:p>
          <a:pPr lvl="0" algn="l" defTabSz="711200">
            <a:lnSpc>
              <a:spcPct val="90000"/>
            </a:lnSpc>
            <a:spcBef>
              <a:spcPct val="0"/>
            </a:spcBef>
            <a:spcAft>
              <a:spcPct val="35000"/>
            </a:spcAft>
          </a:pPr>
          <a:r>
            <a:rPr lang="en-GB" sz="1600" kern="1200"/>
            <a:t>1888 Cattell publishes on mental tests - Advanced psychological assessment with standardized measurements, enhancing scientific rigor.</a:t>
          </a:r>
          <a:endParaRPr lang="en-US" sz="1600" kern="1200"/>
        </a:p>
      </dsp:txBody>
      <dsp:txXfrm>
        <a:off x="647099" y="2803925"/>
        <a:ext cx="9132082" cy="5602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CBCA45-2496-4C94-976A-DFD0E5059CD6}">
      <dsp:nvSpPr>
        <dsp:cNvPr id="0" name=""/>
        <dsp:cNvSpPr/>
      </dsp:nvSpPr>
      <dsp:spPr>
        <a:xfrm>
          <a:off x="0" y="1367"/>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DF1850-FB60-4950-A98A-6C1D3C6A68CF}">
      <dsp:nvSpPr>
        <dsp:cNvPr id="0" name=""/>
        <dsp:cNvSpPr/>
      </dsp:nvSpPr>
      <dsp:spPr>
        <a:xfrm>
          <a:off x="176290" y="132492"/>
          <a:ext cx="320527" cy="3205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1A96D8-89BA-4558-9654-039A812BE510}">
      <dsp:nvSpPr>
        <dsp:cNvPr id="0" name=""/>
        <dsp:cNvSpPr/>
      </dsp:nvSpPr>
      <dsp:spPr bwMode="white">
        <a:xfrm>
          <a:off x="673107" y="1367"/>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1892 formation of American Psychological Association - Professionalized the field, fostering scientific collaboration and standards.</a:t>
          </a:r>
          <a:endParaRPr lang="en-US" sz="1700" kern="1200"/>
        </a:p>
      </dsp:txBody>
      <dsp:txXfrm>
        <a:off x="673107" y="1367"/>
        <a:ext cx="9106074" cy="582777"/>
      </dsp:txXfrm>
    </dsp:sp>
    <dsp:sp modelId="{7F637115-503F-4284-8FD5-5F4F7A8E2332}">
      <dsp:nvSpPr>
        <dsp:cNvPr id="0" name=""/>
        <dsp:cNvSpPr/>
      </dsp:nvSpPr>
      <dsp:spPr>
        <a:xfrm>
          <a:off x="0" y="729839"/>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E2EF5-034C-4C36-ACAE-56E976DD7590}">
      <dsp:nvSpPr>
        <dsp:cNvPr id="0" name=""/>
        <dsp:cNvSpPr/>
      </dsp:nvSpPr>
      <dsp:spPr>
        <a:xfrm>
          <a:off x="176290" y="860964"/>
          <a:ext cx="320527" cy="3205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47521A-1BEE-43B2-A30E-F42052967E45}">
      <dsp:nvSpPr>
        <dsp:cNvPr id="0" name=""/>
        <dsp:cNvSpPr/>
      </dsp:nvSpPr>
      <dsp:spPr bwMode="white">
        <a:xfrm>
          <a:off x="673107" y="729839"/>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1904 Ivan Pavlov’s work on classical conditioning - Introduced behavioral experiments, shifting focus to observable responses and scientific objectivity.</a:t>
          </a:r>
          <a:endParaRPr lang="en-US" sz="1700" kern="1200"/>
        </a:p>
      </dsp:txBody>
      <dsp:txXfrm>
        <a:off x="673107" y="729839"/>
        <a:ext cx="9106074" cy="582777"/>
      </dsp:txXfrm>
    </dsp:sp>
    <dsp:sp modelId="{2FB09B6E-6C6E-4732-8B07-AF52D907B3C6}">
      <dsp:nvSpPr>
        <dsp:cNvPr id="0" name=""/>
        <dsp:cNvSpPr/>
      </dsp:nvSpPr>
      <dsp:spPr>
        <a:xfrm>
          <a:off x="0" y="1458310"/>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8C55D5-30D1-4635-B1D4-DDE674505844}">
      <dsp:nvSpPr>
        <dsp:cNvPr id="0" name=""/>
        <dsp:cNvSpPr/>
      </dsp:nvSpPr>
      <dsp:spPr>
        <a:xfrm>
          <a:off x="176290" y="1589435"/>
          <a:ext cx="320527" cy="3205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A816F5-496A-44CB-A1CC-EB5228028E3E}">
      <dsp:nvSpPr>
        <dsp:cNvPr id="0" name=""/>
        <dsp:cNvSpPr/>
      </dsp:nvSpPr>
      <dsp:spPr bwMode="white">
        <a:xfrm>
          <a:off x="673107" y="1458310"/>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1905 Binet first IQ test - Developed empirical tools for measuring cognition, advancing psychometrics as a science.</a:t>
          </a:r>
          <a:endParaRPr lang="en-US" sz="1700" kern="1200"/>
        </a:p>
      </dsp:txBody>
      <dsp:txXfrm>
        <a:off x="673107" y="1458310"/>
        <a:ext cx="9106074" cy="582777"/>
      </dsp:txXfrm>
    </dsp:sp>
    <dsp:sp modelId="{05A197DC-AD1C-447C-A88B-AB577C4FB08C}">
      <dsp:nvSpPr>
        <dsp:cNvPr id="0" name=""/>
        <dsp:cNvSpPr/>
      </dsp:nvSpPr>
      <dsp:spPr>
        <a:xfrm>
          <a:off x="0" y="2186782"/>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224FA-5DDF-4E1B-BAB0-4FE8F524537A}">
      <dsp:nvSpPr>
        <dsp:cNvPr id="0" name=""/>
        <dsp:cNvSpPr/>
      </dsp:nvSpPr>
      <dsp:spPr>
        <a:xfrm>
          <a:off x="176290" y="2317907"/>
          <a:ext cx="320527" cy="32052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C9FD3F-8D24-4920-82CF-B201BD73108A}">
      <dsp:nvSpPr>
        <dsp:cNvPr id="0" name=""/>
        <dsp:cNvSpPr/>
      </dsp:nvSpPr>
      <dsp:spPr bwMode="white">
        <a:xfrm>
          <a:off x="673107" y="2186782"/>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1912 Gestalt Psychology - studies of perception, enriching scientific approaches.</a:t>
          </a:r>
          <a:endParaRPr lang="en-US" sz="1700" kern="1200"/>
        </a:p>
      </dsp:txBody>
      <dsp:txXfrm>
        <a:off x="673107" y="2186782"/>
        <a:ext cx="9106074" cy="582777"/>
      </dsp:txXfrm>
    </dsp:sp>
    <dsp:sp modelId="{12159907-DE6F-41A5-8415-2DF160666E3D}">
      <dsp:nvSpPr>
        <dsp:cNvPr id="0" name=""/>
        <dsp:cNvSpPr/>
      </dsp:nvSpPr>
      <dsp:spPr>
        <a:xfrm>
          <a:off x="0" y="2915253"/>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FE5C2-28B7-487F-A06D-9CBEE76529B5}">
      <dsp:nvSpPr>
        <dsp:cNvPr id="0" name=""/>
        <dsp:cNvSpPr/>
      </dsp:nvSpPr>
      <dsp:spPr>
        <a:xfrm>
          <a:off x="176290" y="3046378"/>
          <a:ext cx="320527" cy="32052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89E7C9-B505-405D-940E-330FCDD63D14}">
      <dsp:nvSpPr>
        <dsp:cNvPr id="0" name=""/>
        <dsp:cNvSpPr/>
      </dsp:nvSpPr>
      <dsp:spPr bwMode="white">
        <a:xfrm>
          <a:off x="673107" y="2915253"/>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1913 - 1920 Watson’s Behaviourism and Little Albert Experiment - emphasized experimentation over introspection</a:t>
          </a:r>
          <a:endParaRPr lang="en-US" sz="1700" kern="1200"/>
        </a:p>
      </dsp:txBody>
      <dsp:txXfrm>
        <a:off x="673107" y="2915253"/>
        <a:ext cx="9106074" cy="582777"/>
      </dsp:txXfrm>
    </dsp:sp>
    <dsp:sp modelId="{8DFA43A7-ED3A-45DB-BACF-21C7CD7E8724}">
      <dsp:nvSpPr>
        <dsp:cNvPr id="0" name=""/>
        <dsp:cNvSpPr/>
      </dsp:nvSpPr>
      <dsp:spPr>
        <a:xfrm>
          <a:off x="0" y="3643725"/>
          <a:ext cx="9779182" cy="5827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0CB776-79A6-4093-A3EC-9BCB1FB65AFA}">
      <dsp:nvSpPr>
        <dsp:cNvPr id="0" name=""/>
        <dsp:cNvSpPr/>
      </dsp:nvSpPr>
      <dsp:spPr>
        <a:xfrm>
          <a:off x="176290" y="3774850"/>
          <a:ext cx="320527" cy="32052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625CFA-7FA7-41DA-8E56-E72C50F15A62}">
      <dsp:nvSpPr>
        <dsp:cNvPr id="0" name=""/>
        <dsp:cNvSpPr/>
      </dsp:nvSpPr>
      <dsp:spPr bwMode="white">
        <a:xfrm>
          <a:off x="673107" y="3643725"/>
          <a:ext cx="9106074" cy="582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77" tIns="61677" rIns="61677" bIns="61677" numCol="1" spcCol="1270" anchor="ctr" anchorCtr="0">
          <a:noAutofit/>
        </a:bodyPr>
        <a:lstStyle/>
        <a:p>
          <a:pPr lvl="0" algn="l" defTabSz="755650">
            <a:lnSpc>
              <a:spcPct val="90000"/>
            </a:lnSpc>
            <a:spcBef>
              <a:spcPct val="0"/>
            </a:spcBef>
            <a:spcAft>
              <a:spcPct val="35000"/>
            </a:spcAft>
          </a:pPr>
          <a:r>
            <a:rPr lang="en-GB" sz="1700" kern="1200"/>
            <a:t>1932 Jean Piaget - Used empirical observation to map child cognition, establishing developmental psychology as a science.</a:t>
          </a:r>
          <a:endParaRPr lang="en-US" sz="1700" kern="1200"/>
        </a:p>
      </dsp:txBody>
      <dsp:txXfrm>
        <a:off x="673107" y="3643725"/>
        <a:ext cx="9106074" cy="5827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A6C2C-9D4E-4CC0-81D6-A6540E88DCB4}">
      <dsp:nvSpPr>
        <dsp:cNvPr id="0" name=""/>
        <dsp:cNvSpPr/>
      </dsp:nvSpPr>
      <dsp:spPr>
        <a:xfrm>
          <a:off x="0" y="1683407"/>
          <a:ext cx="9779182"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5693D227-3420-440A-8C7C-89A600BDD140}">
      <dsp:nvSpPr>
        <dsp:cNvPr id="0" name=""/>
        <dsp:cNvSpPr/>
      </dsp:nvSpPr>
      <dsp:spPr>
        <a:xfrm rot="8100000">
          <a:off x="55829" y="387959"/>
          <a:ext cx="247592" cy="247592"/>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906E2D3-8EAE-4684-8477-AB46176AE820}">
      <dsp:nvSpPr>
        <dsp:cNvPr id="0" name=""/>
        <dsp:cNvSpPr/>
      </dsp:nvSpPr>
      <dsp:spPr>
        <a:xfrm>
          <a:off x="83334" y="415464"/>
          <a:ext cx="192581" cy="192581"/>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E3FADF3-773B-491D-8C4B-5AFB330DC57E}">
      <dsp:nvSpPr>
        <dsp:cNvPr id="0" name=""/>
        <dsp:cNvSpPr/>
      </dsp:nvSpPr>
      <dsp:spPr bwMode="white">
        <a:xfrm>
          <a:off x="354699" y="686830"/>
          <a:ext cx="4061126" cy="996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lvl="0" algn="l" defTabSz="622300">
            <a:lnSpc>
              <a:spcPct val="90000"/>
            </a:lnSpc>
            <a:spcBef>
              <a:spcPct val="0"/>
            </a:spcBef>
            <a:spcAft>
              <a:spcPct val="35000"/>
            </a:spcAft>
          </a:pPr>
          <a:r>
            <a:rPr lang="en-US" sz="1400" kern="1200"/>
            <a:t>Skinner’s Operant Conditioning experiments - Built on behaviorism with rigorous experiments on reinforcement, solidifying scientific behavior analysis.</a:t>
          </a:r>
        </a:p>
      </dsp:txBody>
      <dsp:txXfrm>
        <a:off x="354699" y="686830"/>
        <a:ext cx="4061126" cy="996577"/>
      </dsp:txXfrm>
    </dsp:sp>
    <dsp:sp modelId="{A7707E41-3C3E-49B8-BE69-1819E06D354D}">
      <dsp:nvSpPr>
        <dsp:cNvPr id="0" name=""/>
        <dsp:cNvSpPr/>
      </dsp:nvSpPr>
      <dsp:spPr bwMode="white">
        <a:xfrm>
          <a:off x="354699" y="336681"/>
          <a:ext cx="4061126" cy="350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0650" bIns="0" numCol="1" spcCol="1270" anchor="ctr" anchorCtr="0">
          <a:noAutofit/>
        </a:bodyPr>
        <a:lstStyle/>
        <a:p>
          <a:pPr lvl="0" algn="l" defTabSz="844550">
            <a:lnSpc>
              <a:spcPct val="90000"/>
            </a:lnSpc>
            <a:spcBef>
              <a:spcPct val="0"/>
            </a:spcBef>
            <a:spcAft>
              <a:spcPct val="35000"/>
            </a:spcAft>
          </a:pPr>
          <a:r>
            <a:rPr lang="en-US" sz="1900" kern="1200"/>
            <a:t>1935</a:t>
          </a:r>
        </a:p>
      </dsp:txBody>
      <dsp:txXfrm>
        <a:off x="354699" y="336681"/>
        <a:ext cx="4061126" cy="350148"/>
      </dsp:txXfrm>
    </dsp:sp>
    <dsp:sp modelId="{79F18E70-E793-44A7-A82D-BBAE64333612}">
      <dsp:nvSpPr>
        <dsp:cNvPr id="0" name=""/>
        <dsp:cNvSpPr/>
      </dsp:nvSpPr>
      <dsp:spPr>
        <a:xfrm>
          <a:off x="179625" y="686830"/>
          <a:ext cx="0" cy="99657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0DFF914-ECE9-4240-9429-F89CAAB7FB9C}">
      <dsp:nvSpPr>
        <dsp:cNvPr id="0" name=""/>
        <dsp:cNvSpPr/>
      </dsp:nvSpPr>
      <dsp:spPr>
        <a:xfrm>
          <a:off x="147549" y="1651894"/>
          <a:ext cx="63026" cy="630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90AB59B-4D2B-4ED0-8B7A-BCB0335EE1ED}">
      <dsp:nvSpPr>
        <dsp:cNvPr id="0" name=""/>
        <dsp:cNvSpPr/>
      </dsp:nvSpPr>
      <dsp:spPr>
        <a:xfrm rot="18900000">
          <a:off x="2494407" y="2731262"/>
          <a:ext cx="247592" cy="247592"/>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97C8A8F-6F03-47A2-B0CE-EBB285E12FFD}">
      <dsp:nvSpPr>
        <dsp:cNvPr id="0" name=""/>
        <dsp:cNvSpPr/>
      </dsp:nvSpPr>
      <dsp:spPr>
        <a:xfrm>
          <a:off x="2521912" y="2758768"/>
          <a:ext cx="192581" cy="192581"/>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6EE3A7E7-1864-4731-84AF-05026DB68422}">
      <dsp:nvSpPr>
        <dsp:cNvPr id="0" name=""/>
        <dsp:cNvSpPr/>
      </dsp:nvSpPr>
      <dsp:spPr bwMode="white">
        <a:xfrm>
          <a:off x="2793277" y="1683407"/>
          <a:ext cx="4061126" cy="996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anchor="b" anchorCtr="0">
          <a:noAutofit/>
        </a:bodyPr>
        <a:lstStyle/>
        <a:p>
          <a:pPr lvl="0" algn="l" defTabSz="622300">
            <a:lnSpc>
              <a:spcPct val="90000"/>
            </a:lnSpc>
            <a:spcBef>
              <a:spcPct val="0"/>
            </a:spcBef>
            <a:spcAft>
              <a:spcPct val="35000"/>
            </a:spcAft>
          </a:pPr>
          <a:r>
            <a:rPr lang="en-US" sz="1400" kern="1200"/>
            <a:t>1960s Cognitive revolution (e.g., Noam Chomsky, George Miller) - Shifted to scientific study of mental processes using computer models, integrating with information science</a:t>
          </a:r>
        </a:p>
      </dsp:txBody>
      <dsp:txXfrm>
        <a:off x="2793277" y="1683407"/>
        <a:ext cx="4061126" cy="996577"/>
      </dsp:txXfrm>
    </dsp:sp>
    <dsp:sp modelId="{9F8F4766-F937-4B51-BE4E-380763F1BA0F}">
      <dsp:nvSpPr>
        <dsp:cNvPr id="0" name=""/>
        <dsp:cNvSpPr/>
      </dsp:nvSpPr>
      <dsp:spPr bwMode="white">
        <a:xfrm>
          <a:off x="2793277" y="2679984"/>
          <a:ext cx="4061126" cy="350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0650" bIns="0" numCol="1" spcCol="1270" anchor="ctr" anchorCtr="0">
          <a:noAutofit/>
        </a:bodyPr>
        <a:lstStyle/>
        <a:p>
          <a:pPr lvl="0" algn="l" defTabSz="844550">
            <a:lnSpc>
              <a:spcPct val="90000"/>
            </a:lnSpc>
            <a:spcBef>
              <a:spcPct val="0"/>
            </a:spcBef>
            <a:spcAft>
              <a:spcPct val="35000"/>
            </a:spcAft>
          </a:pPr>
          <a:r>
            <a:rPr lang="en-US" sz="1900" kern="1200"/>
            <a:t>1950s</a:t>
          </a:r>
        </a:p>
      </dsp:txBody>
      <dsp:txXfrm>
        <a:off x="2793277" y="2679984"/>
        <a:ext cx="4061126" cy="350148"/>
      </dsp:txXfrm>
    </dsp:sp>
    <dsp:sp modelId="{15BED775-B680-4BE7-8C0C-CF197D47E1B6}">
      <dsp:nvSpPr>
        <dsp:cNvPr id="0" name=""/>
        <dsp:cNvSpPr/>
      </dsp:nvSpPr>
      <dsp:spPr>
        <a:xfrm>
          <a:off x="2618203" y="1683407"/>
          <a:ext cx="0" cy="99657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F50452-68FF-4E12-AA32-A8A673D3D142}">
      <dsp:nvSpPr>
        <dsp:cNvPr id="0" name=""/>
        <dsp:cNvSpPr/>
      </dsp:nvSpPr>
      <dsp:spPr>
        <a:xfrm>
          <a:off x="2586127" y="1651894"/>
          <a:ext cx="63026" cy="630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860EE5F-8FC2-435D-A890-07BA76586DA6}">
      <dsp:nvSpPr>
        <dsp:cNvPr id="0" name=""/>
        <dsp:cNvSpPr/>
      </dsp:nvSpPr>
      <dsp:spPr>
        <a:xfrm rot="8100000">
          <a:off x="4932985" y="387959"/>
          <a:ext cx="247592" cy="247592"/>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0FB6FFE-366B-4EE3-A5BE-8C1C985D725D}">
      <dsp:nvSpPr>
        <dsp:cNvPr id="0" name=""/>
        <dsp:cNvSpPr/>
      </dsp:nvSpPr>
      <dsp:spPr>
        <a:xfrm>
          <a:off x="4960490" y="415464"/>
          <a:ext cx="192581" cy="192581"/>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C12EA82-3EBA-4B0C-AB58-0D1437F06616}">
      <dsp:nvSpPr>
        <dsp:cNvPr id="0" name=""/>
        <dsp:cNvSpPr/>
      </dsp:nvSpPr>
      <dsp:spPr bwMode="white">
        <a:xfrm>
          <a:off x="5231856" y="686830"/>
          <a:ext cx="4061126" cy="996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anchor="t" anchorCtr="0">
          <a:noAutofit/>
        </a:bodyPr>
        <a:lstStyle/>
        <a:p>
          <a:pPr lvl="0" algn="l" defTabSz="622300">
            <a:lnSpc>
              <a:spcPct val="90000"/>
            </a:lnSpc>
            <a:spcBef>
              <a:spcPct val="0"/>
            </a:spcBef>
            <a:spcAft>
              <a:spcPct val="35000"/>
            </a:spcAft>
          </a:pPr>
          <a:r>
            <a:rPr lang="en-US" sz="1400" kern="1200"/>
            <a:t>Rise of neuroscience and psychopharmacology - Linked psychology to brain science via tools like EEG and MRI, enhancing biological validity.</a:t>
          </a:r>
        </a:p>
      </dsp:txBody>
      <dsp:txXfrm>
        <a:off x="5231856" y="686830"/>
        <a:ext cx="4061126" cy="996577"/>
      </dsp:txXfrm>
    </dsp:sp>
    <dsp:sp modelId="{EA8E1A84-6641-4B8A-A7E7-8749DC246A89}">
      <dsp:nvSpPr>
        <dsp:cNvPr id="0" name=""/>
        <dsp:cNvSpPr/>
      </dsp:nvSpPr>
      <dsp:spPr bwMode="white">
        <a:xfrm>
          <a:off x="5231856" y="336681"/>
          <a:ext cx="4061126" cy="350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0650" bIns="0" numCol="1" spcCol="1270" anchor="ctr" anchorCtr="0">
          <a:noAutofit/>
        </a:bodyPr>
        <a:lstStyle/>
        <a:p>
          <a:pPr lvl="0" algn="l" defTabSz="844550">
            <a:lnSpc>
              <a:spcPct val="90000"/>
            </a:lnSpc>
            <a:spcBef>
              <a:spcPct val="0"/>
            </a:spcBef>
            <a:spcAft>
              <a:spcPct val="35000"/>
            </a:spcAft>
          </a:pPr>
          <a:r>
            <a:rPr lang="en-US" sz="1900" kern="1200"/>
            <a:t>1960s–1970s</a:t>
          </a:r>
        </a:p>
      </dsp:txBody>
      <dsp:txXfrm>
        <a:off x="5231856" y="336681"/>
        <a:ext cx="4061126" cy="350148"/>
      </dsp:txXfrm>
    </dsp:sp>
    <dsp:sp modelId="{F5ED38D5-5C11-4411-AC64-4EE89ED2FF8B}">
      <dsp:nvSpPr>
        <dsp:cNvPr id="0" name=""/>
        <dsp:cNvSpPr/>
      </dsp:nvSpPr>
      <dsp:spPr>
        <a:xfrm>
          <a:off x="5056781" y="686830"/>
          <a:ext cx="0" cy="996577"/>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4239B9B-3EA1-4B4E-B3AB-1946CAE0863A}">
      <dsp:nvSpPr>
        <dsp:cNvPr id="0" name=""/>
        <dsp:cNvSpPr/>
      </dsp:nvSpPr>
      <dsp:spPr>
        <a:xfrm>
          <a:off x="5024705" y="1651894"/>
          <a:ext cx="63026" cy="630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60406B-808F-4346-9508-E746DF1652FD}">
      <dsp:nvSpPr>
        <dsp:cNvPr id="0" name=""/>
        <dsp:cNvSpPr/>
      </dsp:nvSpPr>
      <dsp:spPr>
        <a:xfrm>
          <a:off x="0" y="4271"/>
          <a:ext cx="9779182" cy="4477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1F472E-DBED-4997-90E0-523013209BF9}">
      <dsp:nvSpPr>
        <dsp:cNvPr id="0" name=""/>
        <dsp:cNvSpPr/>
      </dsp:nvSpPr>
      <dsp:spPr>
        <a:xfrm>
          <a:off x="135450" y="105019"/>
          <a:ext cx="246513" cy="2462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989454-3FB5-4D95-A3E0-33E88EDE8B5A}">
      <dsp:nvSpPr>
        <dsp:cNvPr id="0" name=""/>
        <dsp:cNvSpPr/>
      </dsp:nvSpPr>
      <dsp:spPr bwMode="white">
        <a:xfrm>
          <a:off x="517414" y="4271"/>
          <a:ext cx="9199874" cy="559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36" tIns="59236" rIns="59236" bIns="59236" numCol="1" spcCol="1270" anchor="ctr" anchorCtr="0">
          <a:noAutofit/>
        </a:bodyPr>
        <a:lstStyle/>
        <a:p>
          <a:pPr lvl="0" algn="l" defTabSz="622300">
            <a:lnSpc>
              <a:spcPct val="90000"/>
            </a:lnSpc>
            <a:spcBef>
              <a:spcPct val="0"/>
            </a:spcBef>
            <a:spcAft>
              <a:spcPct val="35000"/>
            </a:spcAft>
          </a:pPr>
          <a:r>
            <a:rPr lang="en-GB" sz="1400" kern="1200"/>
            <a:t>1980s–1990s Positive psychology emerges (Martin Seligman) - Focused on empirical study of well-being and strengths, expanding beyond pathology</a:t>
          </a:r>
          <a:endParaRPr lang="en-US" sz="1400" kern="1200"/>
        </a:p>
      </dsp:txBody>
      <dsp:txXfrm>
        <a:off x="517414" y="4271"/>
        <a:ext cx="9199874" cy="559711"/>
      </dsp:txXfrm>
    </dsp:sp>
    <dsp:sp modelId="{4630CCEF-A99A-4527-BD5A-C341435A1065}">
      <dsp:nvSpPr>
        <dsp:cNvPr id="0" name=""/>
        <dsp:cNvSpPr/>
      </dsp:nvSpPr>
      <dsp:spPr>
        <a:xfrm>
          <a:off x="0" y="703911"/>
          <a:ext cx="9779182" cy="4477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5E24E8-FEDF-4745-B89A-E082AC137384}">
      <dsp:nvSpPr>
        <dsp:cNvPr id="0" name=""/>
        <dsp:cNvSpPr/>
      </dsp:nvSpPr>
      <dsp:spPr>
        <a:xfrm>
          <a:off x="135450" y="804659"/>
          <a:ext cx="246513" cy="2462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822216-AF03-4F4E-92A5-DD0945BFDC40}">
      <dsp:nvSpPr>
        <dsp:cNvPr id="0" name=""/>
        <dsp:cNvSpPr/>
      </dsp:nvSpPr>
      <dsp:spPr bwMode="white">
        <a:xfrm>
          <a:off x="517414" y="703911"/>
          <a:ext cx="9199874" cy="559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36" tIns="59236" rIns="59236" bIns="59236" numCol="1" spcCol="1270" anchor="ctr" anchorCtr="0">
          <a:noAutofit/>
        </a:bodyPr>
        <a:lstStyle/>
        <a:p>
          <a:pPr lvl="0" algn="l" defTabSz="622300">
            <a:lnSpc>
              <a:spcPct val="90000"/>
            </a:lnSpc>
            <a:spcBef>
              <a:spcPct val="0"/>
            </a:spcBef>
            <a:spcAft>
              <a:spcPct val="35000"/>
            </a:spcAft>
          </a:pPr>
          <a:r>
            <a:rPr lang="en-GB" sz="1400" kern="1200"/>
            <a:t>2000s Integration of genetics and psychology (e.g., behavioral genetics) - Used scientific methods like twin studies to explore heritability of traits.</a:t>
          </a:r>
          <a:endParaRPr lang="en-US" sz="1400" kern="1200"/>
        </a:p>
      </dsp:txBody>
      <dsp:txXfrm>
        <a:off x="517414" y="703911"/>
        <a:ext cx="9199874" cy="559711"/>
      </dsp:txXfrm>
    </dsp:sp>
    <dsp:sp modelId="{4155706F-DAF5-4BA1-A9D4-0A2314588C18}">
      <dsp:nvSpPr>
        <dsp:cNvPr id="0" name=""/>
        <dsp:cNvSpPr/>
      </dsp:nvSpPr>
      <dsp:spPr>
        <a:xfrm>
          <a:off x="0" y="1403551"/>
          <a:ext cx="9779182" cy="4477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A2B49A-CAED-423E-B746-3B6F8D5125C3}">
      <dsp:nvSpPr>
        <dsp:cNvPr id="0" name=""/>
        <dsp:cNvSpPr/>
      </dsp:nvSpPr>
      <dsp:spPr>
        <a:xfrm>
          <a:off x="135450" y="1504299"/>
          <a:ext cx="246513" cy="2462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85755F-DF7A-4AB5-B8C1-BDBFD8F19403}">
      <dsp:nvSpPr>
        <dsp:cNvPr id="0" name=""/>
        <dsp:cNvSpPr/>
      </dsp:nvSpPr>
      <dsp:spPr bwMode="white">
        <a:xfrm>
          <a:off x="517414" y="1403551"/>
          <a:ext cx="9199874" cy="559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36" tIns="59236" rIns="59236" bIns="59236" numCol="1" spcCol="1270" anchor="ctr" anchorCtr="0">
          <a:noAutofit/>
        </a:bodyPr>
        <a:lstStyle/>
        <a:p>
          <a:pPr lvl="0" algn="l" defTabSz="622300">
            <a:lnSpc>
              <a:spcPct val="90000"/>
            </a:lnSpc>
            <a:spcBef>
              <a:spcPct val="0"/>
            </a:spcBef>
            <a:spcAft>
              <a:spcPct val="35000"/>
            </a:spcAft>
          </a:pPr>
          <a:r>
            <a:rPr lang="en-GB" sz="1400" kern="1200"/>
            <a:t>2010s Digital psychology and big data - Leveraged technology for large-scale behavioral analysis, making psychology more data-driven.</a:t>
          </a:r>
          <a:endParaRPr lang="en-US" sz="1400" kern="1200"/>
        </a:p>
      </dsp:txBody>
      <dsp:txXfrm>
        <a:off x="517414" y="1403551"/>
        <a:ext cx="9199874" cy="559711"/>
      </dsp:txXfrm>
    </dsp:sp>
    <dsp:sp modelId="{AF148E53-A718-4069-9C47-89553D5B2CAA}">
      <dsp:nvSpPr>
        <dsp:cNvPr id="0" name=""/>
        <dsp:cNvSpPr/>
      </dsp:nvSpPr>
      <dsp:spPr>
        <a:xfrm>
          <a:off x="0" y="2103191"/>
          <a:ext cx="9779182" cy="4477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3102F-8FD1-49F8-945A-CAED85FD2C7A}">
      <dsp:nvSpPr>
        <dsp:cNvPr id="0" name=""/>
        <dsp:cNvSpPr/>
      </dsp:nvSpPr>
      <dsp:spPr>
        <a:xfrm>
          <a:off x="135450" y="2203939"/>
          <a:ext cx="246513" cy="2462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A5CE4B-AD4E-417E-8B5B-AF9CA1425189}">
      <dsp:nvSpPr>
        <dsp:cNvPr id="0" name=""/>
        <dsp:cNvSpPr/>
      </dsp:nvSpPr>
      <dsp:spPr bwMode="white">
        <a:xfrm>
          <a:off x="517414" y="2103191"/>
          <a:ext cx="9199874" cy="559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36" tIns="59236" rIns="59236" bIns="59236" numCol="1" spcCol="1270" anchor="ctr" anchorCtr="0">
          <a:noAutofit/>
        </a:bodyPr>
        <a:lstStyle/>
        <a:p>
          <a:pPr lvl="0" algn="l" defTabSz="622300">
            <a:lnSpc>
              <a:spcPct val="90000"/>
            </a:lnSpc>
            <a:spcBef>
              <a:spcPct val="0"/>
            </a:spcBef>
            <a:spcAft>
              <a:spcPct val="35000"/>
            </a:spcAft>
          </a:pPr>
          <a:r>
            <a:rPr lang="en-GB" sz="1400" kern="1200"/>
            <a:t>2021–2023 Studies on social media, loneliness, and AI-inspired models - Empirical research on modern issues like TikTok's impact on adolescents and machine learning in cognitive modeling.</a:t>
          </a:r>
          <a:endParaRPr lang="en-US" sz="1400" kern="1200"/>
        </a:p>
      </dsp:txBody>
      <dsp:txXfrm>
        <a:off x="517414" y="2103191"/>
        <a:ext cx="9199874" cy="559711"/>
      </dsp:txXfrm>
    </dsp:sp>
    <dsp:sp modelId="{B019926C-2F44-4B19-8BDF-B1360FF5ED7D}">
      <dsp:nvSpPr>
        <dsp:cNvPr id="0" name=""/>
        <dsp:cNvSpPr/>
      </dsp:nvSpPr>
      <dsp:spPr>
        <a:xfrm>
          <a:off x="0" y="2802831"/>
          <a:ext cx="9779182" cy="44776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8B3440-E220-4483-B8B2-841592993A0F}">
      <dsp:nvSpPr>
        <dsp:cNvPr id="0" name=""/>
        <dsp:cNvSpPr/>
      </dsp:nvSpPr>
      <dsp:spPr>
        <a:xfrm>
          <a:off x="135582" y="2903579"/>
          <a:ext cx="246513" cy="24627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7CD443-9352-4ED9-B4CE-B57369ECA015}">
      <dsp:nvSpPr>
        <dsp:cNvPr id="0" name=""/>
        <dsp:cNvSpPr/>
      </dsp:nvSpPr>
      <dsp:spPr bwMode="white">
        <a:xfrm>
          <a:off x="517679" y="2802831"/>
          <a:ext cx="9132082" cy="559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236" tIns="59236" rIns="59236" bIns="59236" numCol="1" spcCol="1270" anchor="ctr" anchorCtr="0">
          <a:noAutofit/>
        </a:bodyPr>
        <a:lstStyle/>
        <a:p>
          <a:pPr lvl="0" algn="l" defTabSz="622300">
            <a:lnSpc>
              <a:spcPct val="90000"/>
            </a:lnSpc>
            <a:spcBef>
              <a:spcPct val="0"/>
            </a:spcBef>
            <a:spcAft>
              <a:spcPct val="35000"/>
            </a:spcAft>
          </a:pPr>
          <a:r>
            <a:rPr lang="en-GB" sz="1400" kern="1200"/>
            <a:t>2024–2025 Advancements in AI therapy, telehealth, digital therapeutics etc. - Psychology integrates with tech (e.g., AI chatbots for mental health, brain-computer interfaces) and neuroscience (e.g., immune system's role in anxiety), expanding access and precision in evidence-based interventions.</a:t>
          </a:r>
          <a:endParaRPr lang="en-US" sz="1400" kern="1200"/>
        </a:p>
      </dsp:txBody>
      <dsp:txXfrm>
        <a:off x="517679" y="2802831"/>
        <a:ext cx="9132082" cy="5597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shape>
        </dgm:if>
        <dgm:else name="ArrowShapeRTL">
          <dgm:shape xmlns:r="http://schemas.openxmlformats.org/officeDocument/2006/relationships" type="line" r:blip="" zOrderOff="-1">
            <dgm:adj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dgm:constr type="tMarg" refType="primFontSz" fact="0.5"/>
                      <dgm:constr type="bMarg" refType="primFontSz" fact="0.75"/>
                    </dgm:constrLst>
                  </dgm:if>
                  <dgm:else name="Name881">
                    <dgm:alg type="tx">
                      <dgm:param type="parTxLTRAlign" val="l"/>
                      <dgm:param type="parTxRTLAlign" val="l"/>
                      <dgm:param type="shpTxLTRAlignCh" val="l"/>
                      <dgm:param type="shpTxRTLAlignCh" val="l"/>
                      <dgm:param type="txAnchorVertCh" val="b"/>
                      <dgm:param type="txAnchorVert" val="b"/>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refType="primFontSz" fact="0.5"/>
                      <dgm:constr type="tMarg" refType="primFontSz" fact="0.5"/>
                      <dgm:constr type="bMarg" refType="primFontSz" fact="0.75"/>
                    </dgm:constrLst>
                  </dgm:if>
                  <dgm:else name="Name88">
                    <dgm:alg type="tx">
                      <dgm:param type="parTxLTRAlign" val="l"/>
                      <dgm:param type="parTxRTLAlign" val="l"/>
                      <dgm:param type="shpTxLTRAlignCh" val="l"/>
                      <dgm:param type="shpTxRTLAlignCh" val="l"/>
                      <dgm:param type="txAnchorVertCh" val="b"/>
                      <dgm:param type="txAnchorVert" val="b"/>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B1389FC-84BB-41A0-BC92-057C08DC342F}" type="datetime1">
              <a:rPr lang="en-GB" smtClean="0"/>
              <a:t>01/10/2025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A42FE58-2C2A-433E-A3EF-B39ACF97315A}" type="slidenum">
              <a:rPr lang="en-GB" smtClean="0"/>
              <a:t>‹#›</a:t>
            </a:fld>
            <a:endParaRPr lang="en-GB"/>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09B039-1C6C-4DB3-861A-76F1FF2AC578}" type="datetime1">
              <a:rPr lang="en-GB" noProof="0" smtClean="0"/>
              <a:t>01/10/2025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97DC217-DF71-1A49-B3EA-559F1F43B0FF}" type="slidenum">
              <a:rPr lang="en-GB" noProof="0" smtClean="0"/>
              <a:t>‹#›</a:t>
            </a:fld>
            <a:endParaRPr lang="en-GB"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noProof="0"/>
          </a:p>
        </p:txBody>
      </p:sp>
      <p:sp>
        <p:nvSpPr>
          <p:cNvPr id="4" name="Slide Number Placeholder 3"/>
          <p:cNvSpPr>
            <a:spLocks noGrp="1"/>
          </p:cNvSpPr>
          <p:nvPr>
            <p:ph type="sldNum" sz="quarter" idx="5"/>
          </p:nvPr>
        </p:nvSpPr>
        <p:spPr/>
        <p:txBody>
          <a:bodyPr rtlCol="0"/>
          <a:lstStyle/>
          <a:p>
            <a:pPr rtl="0"/>
            <a:fld id="{F97DC217-DF71-1A49-B3EA-559F1F43B0FF}"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7</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8</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9</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19</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rtl="0"/>
            <a:fld id="{F97DC217-DF71-1A49-B3EA-559F1F43B0FF}" type="slidenum">
              <a:rPr lang="en-GB" smtClean="0"/>
              <a:t>20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7493" y="1122363"/>
            <a:ext cx="7096933" cy="2387600"/>
          </a:xfrm>
        </p:spPr>
        <p:txBody>
          <a:bodyPr rtlCol="0" anchor="b">
            <a:noAutofit/>
          </a:bodyPr>
          <a:lstStyle>
            <a:lvl1pPr algn="l">
              <a:defRPr sz="6000" b="1">
                <a:latin typeface="+mj-lt"/>
              </a:defRPr>
            </a:lvl1pPr>
          </a:lstStyle>
          <a:p>
            <a:pPr rtl="0"/>
            <a:r>
              <a:rPr lang="en-GB" noProof="0"/>
              <a:t>Click to edit Master title style</a:t>
            </a:r>
          </a:p>
        </p:txBody>
      </p:sp>
      <p:sp>
        <p:nvSpPr>
          <p:cNvPr id="3" name="Subtitle 2"/>
          <p:cNvSpPr>
            <a:spLocks noGrp="1"/>
          </p:cNvSpPr>
          <p:nvPr>
            <p:ph type="subTitle" idx="1"/>
          </p:nvPr>
        </p:nvSpPr>
        <p:spPr>
          <a:xfrm>
            <a:off x="1167493" y="3602038"/>
            <a:ext cx="9500507" cy="806675"/>
          </a:xfrm>
        </p:spPr>
        <p:txBody>
          <a:bodyPr rtlCol="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4" name="Rectangle 3"/>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Oval 4"/>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Freeform 10"/>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9" name="Freeform 8"/>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nvGrpSpPr>
          <p:cNvPr id="6" name="Group 5"/>
          <p:cNvGrpSpPr/>
          <p:nvPr userDrawn="1"/>
        </p:nvGrpSpPr>
        <p:grpSpPr>
          <a:xfrm>
            <a:off x="8264427" y="-3419"/>
            <a:ext cx="3927573" cy="3165022"/>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sp>
        <p:nvSpPr>
          <p:cNvPr id="22" name="Freeform 21"/>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8" name="Freeform 27"/>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Autofit/>
          </a:bodyPr>
          <a:lstStyle>
            <a:lvl1pPr>
              <a:defRPr sz="4800" b="1" i="0">
                <a:latin typeface="Calibri" panose="020F0502020204030204" charset="0"/>
                <a:cs typeface="Calibri" panose="020F0502020204030204" charset="0"/>
              </a:defRPr>
            </a:lvl1pPr>
          </a:lstStyle>
          <a:p>
            <a:pPr rtl="0"/>
            <a:r>
              <a:rPr lang="en-GB" noProof="0"/>
              <a:t>Click to edit Master title style</a:t>
            </a:r>
          </a:p>
        </p:txBody>
      </p:sp>
      <p:sp>
        <p:nvSpPr>
          <p:cNvPr id="3" name="Content Placeholder 2"/>
          <p:cNvSpPr>
            <a:spLocks noGrp="1"/>
          </p:cNvSpPr>
          <p:nvPr>
            <p:ph idx="1"/>
          </p:nvPr>
        </p:nvSpPr>
        <p:spPr>
          <a:xfrm>
            <a:off x="1167493" y="2017467"/>
            <a:ext cx="9779182" cy="3366815"/>
          </a:xfrm>
        </p:spPr>
        <p:txBody>
          <a:bodyPr rtlCol="0">
            <a:noAutofit/>
          </a:bodyPr>
          <a:lstStyle>
            <a:lvl1pPr marL="0" indent="0">
              <a:buNone/>
              <a:defRPr>
                <a:latin typeface="Calibri" panose="020F0502020204030204" charset="0"/>
                <a:cs typeface="Calibri" panose="020F0502020204030204" charset="0"/>
              </a:defRPr>
            </a:lvl1pPr>
            <a:lvl2pPr marL="457200" indent="0">
              <a:buNone/>
              <a:defRPr>
                <a:latin typeface="Calibri" panose="020F0502020204030204" charset="0"/>
                <a:cs typeface="Calibri" panose="020F0502020204030204" charset="0"/>
              </a:defRPr>
            </a:lvl2pPr>
            <a:lvl3pPr marL="914400" indent="0">
              <a:buNone/>
              <a:defRPr>
                <a:latin typeface="Calibri" panose="020F0502020204030204" charset="0"/>
                <a:cs typeface="Calibri" panose="020F0502020204030204" charset="0"/>
              </a:defRPr>
            </a:lvl3pPr>
            <a:lvl4pPr marL="1371600" indent="0">
              <a:buNone/>
              <a:defRPr>
                <a:latin typeface="Calibri" panose="020F0502020204030204" charset="0"/>
                <a:cs typeface="Calibri" panose="020F0502020204030204" charset="0"/>
              </a:defRPr>
            </a:lvl4pPr>
            <a:lvl5pPr marL="1828800" indent="0">
              <a:buNone/>
              <a:defRPr>
                <a:latin typeface="Calibri" panose="020F0502020204030204" charset="0"/>
                <a:cs typeface="Calibri" panose="020F0502020204030204" charset="0"/>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6" name="Freeform 5"/>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nvGrpSpPr>
          <p:cNvPr id="9" name="Group 8"/>
          <p:cNvGrpSpPr/>
          <p:nvPr userDrawn="1"/>
        </p:nvGrpSpPr>
        <p:grpSpPr>
          <a:xfrm>
            <a:off x="8082092"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grpSp>
      <p:sp>
        <p:nvSpPr>
          <p:cNvPr id="10"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en-GB" noProof="0"/>
              <a:t>PRESENTATION TITLE</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reeform 11"/>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4" name="Freeform 13"/>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5" name="Freeform 14"/>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3" name="Title 1"/>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Text Placeholder 2"/>
          <p:cNvSpPr>
            <a:spLocks noGrp="1"/>
          </p:cNvSpPr>
          <p:nvPr>
            <p:ph type="body" idx="1"/>
          </p:nvPr>
        </p:nvSpPr>
        <p:spPr>
          <a:xfrm>
            <a:off x="1167492" y="2653167"/>
            <a:ext cx="9779183" cy="3436483"/>
          </a:xfrm>
        </p:spPr>
        <p:txBody>
          <a:bodyPr rtlCol="0">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Click to edit Master text styles</a:t>
            </a:r>
          </a:p>
        </p:txBody>
      </p:sp>
      <p:sp>
        <p:nvSpPr>
          <p:cNvPr id="4" name="Date Placeholder 3"/>
          <p:cNvSpPr>
            <a:spLocks noGrp="1"/>
          </p:cNvSpPr>
          <p:nvPr>
            <p:ph type="dt" sz="half" idx="10"/>
          </p:nvPr>
        </p:nvSpPr>
        <p:spPr/>
        <p:txBody>
          <a:bodyPr rtlCol="0">
            <a:noAutofit/>
          </a:bodyPr>
          <a:lstStyle>
            <a:lvl1pPr>
              <a:defRPr>
                <a:solidFill>
                  <a:schemeClr val="accent2"/>
                </a:solidFill>
                <a:latin typeface="+mn-lt"/>
              </a:defRPr>
            </a:lvl1pPr>
          </a:lstStyle>
          <a:p>
            <a:pPr rtl="0"/>
            <a:r>
              <a:rPr lang="en-GB" noProof="0"/>
              <a:t>10/9/2021</a:t>
            </a:r>
          </a:p>
        </p:txBody>
      </p:sp>
      <p:sp>
        <p:nvSpPr>
          <p:cNvPr id="5" name="Footer Placeholder 4"/>
          <p:cNvSpPr>
            <a:spLocks noGrp="1"/>
          </p:cNvSpPr>
          <p:nvPr>
            <p:ph type="ftr" sz="quarter" idx="11"/>
          </p:nvPr>
        </p:nvSpPr>
        <p:spPr/>
        <p:txBody>
          <a:bodyPr rtlCol="0">
            <a:noAutofit/>
          </a:bodyPr>
          <a:lstStyle>
            <a:lvl1pPr>
              <a:defRPr>
                <a:solidFill>
                  <a:schemeClr val="accent2"/>
                </a:solidFill>
                <a:latin typeface="+mn-lt"/>
              </a:defRPr>
            </a:lvl1pPr>
          </a:lstStyle>
          <a:p>
            <a:pPr rtl="0"/>
            <a:r>
              <a:rPr lang="en-GB" noProof="0"/>
              <a:t>PRESENTATION TITLE</a:t>
            </a:r>
          </a:p>
        </p:txBody>
      </p:sp>
      <p:sp>
        <p:nvSpPr>
          <p:cNvPr id="6" name="Slide Number Placeholder 5"/>
          <p:cNvSpPr>
            <a:spLocks noGrp="1"/>
          </p:cNvSpPr>
          <p:nvPr>
            <p:ph type="sldNum" sz="quarter" idx="12"/>
          </p:nvPr>
        </p:nvSpPr>
        <p:spPr>
          <a:xfrm>
            <a:off x="10206318" y="6356350"/>
            <a:ext cx="1604682" cy="365125"/>
          </a:xfrm>
        </p:spPr>
        <p:txBody>
          <a:bodyPr rtlCol="0">
            <a:noAutofit/>
          </a:bodyPr>
          <a:lstStyle>
            <a:lvl1pPr>
              <a:defRPr>
                <a:solidFill>
                  <a:schemeClr val="accent3"/>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sp>
        <p:nvSpPr>
          <p:cNvPr id="23" name="Freeform 22"/>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 name="Title 1"/>
          <p:cNvSpPr>
            <a:spLocks noGrp="1"/>
          </p:cNvSpPr>
          <p:nvPr>
            <p:ph type="ctrTitle"/>
          </p:nvPr>
        </p:nvSpPr>
        <p:spPr>
          <a:xfrm>
            <a:off x="1167494" y="1059400"/>
            <a:ext cx="6245912" cy="2387600"/>
          </a:xfrm>
        </p:spPr>
        <p:txBody>
          <a:bodyPr rtlCol="0" anchor="b">
            <a:noAutofit/>
          </a:bodyPr>
          <a:lstStyle>
            <a:lvl1pPr algn="l">
              <a:defRPr sz="6000" b="1">
                <a:solidFill>
                  <a:schemeClr val="bg1"/>
                </a:solidFill>
                <a:latin typeface="+mj-lt"/>
              </a:defRPr>
            </a:lvl1pPr>
          </a:lstStyle>
          <a:p>
            <a:pPr rtl="0"/>
            <a:r>
              <a:rPr lang="en-GB" noProof="0"/>
              <a:t>Click to edit Master title style</a:t>
            </a:r>
          </a:p>
        </p:txBody>
      </p:sp>
      <p:sp>
        <p:nvSpPr>
          <p:cNvPr id="3" name="Subtitle 2"/>
          <p:cNvSpPr>
            <a:spLocks noGrp="1"/>
          </p:cNvSpPr>
          <p:nvPr>
            <p:ph type="subTitle" idx="1"/>
          </p:nvPr>
        </p:nvSpPr>
        <p:spPr>
          <a:xfrm>
            <a:off x="1167494" y="3539075"/>
            <a:ext cx="6245912" cy="1406101"/>
          </a:xfrm>
        </p:spPr>
        <p:txBody>
          <a:bodyPr rtlCol="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grpSp>
        <p:nvGrpSpPr>
          <p:cNvPr id="6" name="Group 5"/>
          <p:cNvGrpSpPr/>
          <p:nvPr userDrawn="1"/>
        </p:nvGrpSpPr>
        <p:grpSpPr>
          <a:xfrm rot="16200000">
            <a:off x="8286528" y="2207195"/>
            <a:ext cx="3032351" cy="2443610"/>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sp>
        <p:nvSpPr>
          <p:cNvPr id="17" name="Freeform 16"/>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8" name="Freeform 17"/>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Content Placeholder 2"/>
          <p:cNvSpPr>
            <a:spLocks noGrp="1"/>
          </p:cNvSpPr>
          <p:nvPr>
            <p:ph idx="1"/>
          </p:nvPr>
        </p:nvSpPr>
        <p:spPr>
          <a:xfrm>
            <a:off x="1167493" y="2087561"/>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en-GB" noProof="0"/>
              <a:t>PRESENTATION TITLE</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Chart 2">
    <p:bg>
      <p:bgPr>
        <a:solidFill>
          <a:schemeClr val="accent2"/>
        </a:solidFill>
        <a:effectLst/>
      </p:bgPr>
    </p:bg>
    <p:spTree>
      <p:nvGrpSpPr>
        <p:cNvPr id="1" name=""/>
        <p:cNvGrpSpPr/>
        <p:nvPr/>
      </p:nvGrpSpPr>
      <p:grpSpPr>
        <a:xfrm>
          <a:off x="0" y="0"/>
          <a:ext cx="0" cy="0"/>
          <a:chOff x="0" y="0"/>
          <a:chExt cx="0" cy="0"/>
        </a:xfrm>
      </p:grpSpPr>
      <p:grpSp>
        <p:nvGrpSpPr>
          <p:cNvPr id="9" name="Group 8"/>
          <p:cNvGrpSpPr/>
          <p:nvPr userDrawn="1"/>
        </p:nvGrpSpPr>
        <p:grpSpPr>
          <a:xfrm rot="16200000">
            <a:off x="10772262" y="152641"/>
            <a:ext cx="1572380" cy="1267097"/>
            <a:chOff x="7413403" y="4976359"/>
            <a:chExt cx="2334986" cy="1881641"/>
          </a:xfrm>
        </p:grpSpPr>
        <p:sp>
          <p:nvSpPr>
            <p:cNvPr id="13" name="Freeform 12"/>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4" name="Freeform 13"/>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sp>
        <p:nvSpPr>
          <p:cNvPr id="2" name="Title 1"/>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Content Placeholder 2"/>
          <p:cNvSpPr>
            <a:spLocks noGrp="1"/>
          </p:cNvSpPr>
          <p:nvPr>
            <p:ph idx="1"/>
          </p:nvPr>
        </p:nvSpPr>
        <p:spPr>
          <a:xfrm>
            <a:off x="1167493" y="2087563"/>
            <a:ext cx="9779182" cy="3366813"/>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en-GB" noProof="0"/>
              <a:t>PRESENTATION TITLE</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8721" y="1684338"/>
            <a:ext cx="8594558" cy="2810460"/>
          </a:xfrm>
        </p:spPr>
        <p:txBody>
          <a:bodyPr rtlCol="0">
            <a:noAutofit/>
          </a:bodyPr>
          <a:lstStyle>
            <a:lvl1pPr algn="ctr">
              <a:lnSpc>
                <a:spcPct val="100000"/>
              </a:lnSpc>
              <a:defRPr sz="4600">
                <a:solidFill>
                  <a:schemeClr val="bg1"/>
                </a:solidFill>
                <a:latin typeface="+mj-lt"/>
              </a:defRPr>
            </a:lvl1pPr>
          </a:lstStyle>
          <a:p>
            <a:pPr rtl="0"/>
            <a:r>
              <a:rPr lang="en-GB" noProof="0"/>
              <a:t>Click to edit Master title style</a:t>
            </a:r>
          </a:p>
        </p:txBody>
      </p:sp>
      <p:sp>
        <p:nvSpPr>
          <p:cNvPr id="8" name="Text Placeholder 7"/>
          <p:cNvSpPr>
            <a:spLocks noGrp="1"/>
          </p:cNvSpPr>
          <p:nvPr>
            <p:ph type="body" sz="quarter" idx="13" hasCustomPrompt="1"/>
          </p:nvPr>
        </p:nvSpPr>
        <p:spPr>
          <a:xfrm>
            <a:off x="381000" y="519405"/>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en-GB" noProof="0"/>
              <a:t>“</a:t>
            </a:r>
          </a:p>
        </p:txBody>
      </p:sp>
      <p:sp>
        <p:nvSpPr>
          <p:cNvPr id="10" name="Text Placeholder 9"/>
          <p:cNvSpPr>
            <a:spLocks noGrp="1"/>
          </p:cNvSpPr>
          <p:nvPr>
            <p:ph type="body" sz="quarter" idx="14"/>
          </p:nvPr>
        </p:nvSpPr>
        <p:spPr>
          <a:xfrm>
            <a:off x="6881813" y="4494213"/>
            <a:ext cx="3511550" cy="679450"/>
          </a:xfrm>
        </p:spPr>
        <p:txBody>
          <a:bodyPr rtlCol="0">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rtl="0"/>
            <a:r>
              <a:rPr lang="en-GB" noProof="0"/>
              <a:t>Click to edit Master text styles</a:t>
            </a:r>
          </a:p>
        </p:txBody>
      </p:sp>
      <p:sp>
        <p:nvSpPr>
          <p:cNvPr id="9" name="Text Placeholder 7"/>
          <p:cNvSpPr>
            <a:spLocks noGrp="1"/>
          </p:cNvSpPr>
          <p:nvPr>
            <p:ph type="body" sz="quarter" idx="15" hasCustomPrompt="1"/>
          </p:nvPr>
        </p:nvSpPr>
        <p:spPr>
          <a:xfrm>
            <a:off x="10609104" y="3399692"/>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en-GB" noProof="0"/>
              <a:t>”</a:t>
            </a:r>
          </a:p>
        </p:txBody>
      </p:sp>
      <p:sp>
        <p:nvSpPr>
          <p:cNvPr id="3" name="Date Placeholder 2"/>
          <p:cNvSpPr>
            <a:spLocks noGrp="1"/>
          </p:cNvSpPr>
          <p:nvPr>
            <p:ph type="dt" sz="half" idx="10"/>
          </p:nvPr>
        </p:nvSpPr>
        <p:spPr/>
        <p:txBody>
          <a:bodyPr rtlCol="0">
            <a:noAutofit/>
          </a:bodyPr>
          <a:lstStyle>
            <a:lvl1pPr>
              <a:defRPr>
                <a:solidFill>
                  <a:schemeClr val="accent2"/>
                </a:solidFill>
                <a:latin typeface="+mn-lt"/>
              </a:defRPr>
            </a:lvl1pPr>
          </a:lstStyle>
          <a:p>
            <a:pPr rtl="0"/>
            <a:r>
              <a:rPr lang="en-GB" noProof="0"/>
              <a:t>10/9/2021</a:t>
            </a:r>
          </a:p>
        </p:txBody>
      </p:sp>
      <p:sp>
        <p:nvSpPr>
          <p:cNvPr id="4" name="Footer Placeholder 3"/>
          <p:cNvSpPr>
            <a:spLocks noGrp="1"/>
          </p:cNvSpPr>
          <p:nvPr>
            <p:ph type="ftr" sz="quarter" idx="11"/>
          </p:nvPr>
        </p:nvSpPr>
        <p:spPr/>
        <p:txBody>
          <a:bodyPr rtlCol="0">
            <a:noAutofit/>
          </a:bodyPr>
          <a:lstStyle>
            <a:lvl1pPr>
              <a:defRPr>
                <a:solidFill>
                  <a:schemeClr val="accent2"/>
                </a:solidFill>
                <a:latin typeface="+mn-lt"/>
              </a:defRPr>
            </a:lvl1pPr>
          </a:lstStyle>
          <a:p>
            <a:pPr rtl="0"/>
            <a:r>
              <a:rPr lang="en-GB" noProof="0"/>
              <a:t>PRESENTATION TITLE</a:t>
            </a:r>
          </a:p>
        </p:txBody>
      </p:sp>
      <p:sp>
        <p:nvSpPr>
          <p:cNvPr id="5" name="Slide Number Placeholder 4"/>
          <p:cNvSpPr>
            <a:spLocks noGrp="1"/>
          </p:cNvSpPr>
          <p:nvPr>
            <p:ph type="sldNum" sz="quarter" idx="12"/>
          </p:nvPr>
        </p:nvSpPr>
        <p:spPr/>
        <p:txBody>
          <a:bodyPr rtlCol="0">
            <a:noAutofit/>
          </a:bodyPr>
          <a:lstStyle>
            <a:lvl1pPr>
              <a:defRPr>
                <a:solidFill>
                  <a:schemeClr val="accent2"/>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1" name="Title 1"/>
          <p:cNvSpPr>
            <a:spLocks noGrp="1"/>
          </p:cNvSpPr>
          <p:nvPr>
            <p:ph type="title"/>
          </p:nvPr>
        </p:nvSpPr>
        <p:spPr>
          <a:xfrm>
            <a:off x="750430" y="381000"/>
            <a:ext cx="8401624" cy="1325563"/>
          </a:xfrm>
        </p:spPr>
        <p:txBody>
          <a:bodyPr lIns="0" rtlCol="0" anchor="b">
            <a:noAutofit/>
          </a:bodyPr>
          <a:lstStyle>
            <a:lvl1pPr>
              <a:defRPr sz="4800" b="1">
                <a:latin typeface="+mj-lt"/>
              </a:defRPr>
            </a:lvl1pPr>
          </a:lstStyle>
          <a:p>
            <a:pPr rtl="0"/>
            <a:r>
              <a:rPr lang="en-GB" noProof="0"/>
              <a:t>Click to edit Master title style</a:t>
            </a:r>
          </a:p>
        </p:txBody>
      </p:sp>
      <p:sp>
        <p:nvSpPr>
          <p:cNvPr id="6" name="Picture Placeholder 23"/>
          <p:cNvSpPr>
            <a:spLocks noGrp="1"/>
          </p:cNvSpPr>
          <p:nvPr>
            <p:ph type="pic" sz="quarter" idx="13"/>
          </p:nvPr>
        </p:nvSpPr>
        <p:spPr>
          <a:xfrm>
            <a:off x="750429" y="2227758"/>
            <a:ext cx="1200374" cy="1201242"/>
          </a:xfrm>
        </p:spPr>
        <p:txBody>
          <a:bodyPr rtlCol="0">
            <a:noAutofit/>
          </a:bodyPr>
          <a:lstStyle>
            <a:lvl1pPr marL="0" indent="0">
              <a:buNone/>
              <a:defRPr sz="1400">
                <a:solidFill>
                  <a:schemeClr val="tx1"/>
                </a:solidFill>
                <a:latin typeface="+mn-lt"/>
              </a:defRPr>
            </a:lvl1pPr>
          </a:lstStyle>
          <a:p>
            <a:pPr rtl="0"/>
            <a:r>
              <a:rPr lang="en-GB" noProof="0"/>
              <a:t>Click icon to add picture</a:t>
            </a:r>
          </a:p>
        </p:txBody>
      </p:sp>
      <p:sp>
        <p:nvSpPr>
          <p:cNvPr id="10" name="Text Placeholder 28"/>
          <p:cNvSpPr>
            <a:spLocks noGrp="1"/>
          </p:cNvSpPr>
          <p:nvPr>
            <p:ph type="body" sz="quarter" idx="17" hasCustomPrompt="1"/>
          </p:nvPr>
        </p:nvSpPr>
        <p:spPr>
          <a:xfrm>
            <a:off x="2123351" y="2426400"/>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11" name="Text Placeholder 28"/>
          <p:cNvSpPr>
            <a:spLocks noGrp="1"/>
          </p:cNvSpPr>
          <p:nvPr>
            <p:ph type="body" sz="quarter" idx="18" hasCustomPrompt="1"/>
          </p:nvPr>
        </p:nvSpPr>
        <p:spPr>
          <a:xfrm>
            <a:off x="2123350" y="2811646"/>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7" name="Picture Placeholder 23"/>
          <p:cNvSpPr>
            <a:spLocks noGrp="1"/>
          </p:cNvSpPr>
          <p:nvPr>
            <p:ph type="pic" sz="quarter" idx="14"/>
          </p:nvPr>
        </p:nvSpPr>
        <p:spPr>
          <a:xfrm>
            <a:off x="5495813" y="2227758"/>
            <a:ext cx="1200374" cy="1201242"/>
          </a:xfrm>
        </p:spPr>
        <p:txBody>
          <a:bodyPr rtlCol="0">
            <a:noAutofit/>
          </a:bodyPr>
          <a:lstStyle>
            <a:lvl1pPr marL="0" indent="0">
              <a:buNone/>
              <a:defRPr sz="1400">
                <a:solidFill>
                  <a:schemeClr val="tx1"/>
                </a:solidFill>
                <a:latin typeface="+mn-lt"/>
              </a:defRPr>
            </a:lvl1pPr>
          </a:lstStyle>
          <a:p>
            <a:pPr rtl="0"/>
            <a:r>
              <a:rPr lang="en-GB" noProof="0"/>
              <a:t>Click icon to add picture</a:t>
            </a:r>
          </a:p>
        </p:txBody>
      </p:sp>
      <p:sp>
        <p:nvSpPr>
          <p:cNvPr id="12" name="Text Placeholder 28"/>
          <p:cNvSpPr>
            <a:spLocks noGrp="1"/>
          </p:cNvSpPr>
          <p:nvPr>
            <p:ph type="body" sz="quarter" idx="19" hasCustomPrompt="1"/>
          </p:nvPr>
        </p:nvSpPr>
        <p:spPr>
          <a:xfrm>
            <a:off x="6870817" y="242256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13" name="Text Placeholder 28"/>
          <p:cNvSpPr>
            <a:spLocks noGrp="1"/>
          </p:cNvSpPr>
          <p:nvPr>
            <p:ph type="body" sz="quarter" idx="20" hasCustomPrompt="1"/>
          </p:nvPr>
        </p:nvSpPr>
        <p:spPr>
          <a:xfrm>
            <a:off x="6870816" y="280781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8" name="Picture Placeholder 23"/>
          <p:cNvSpPr>
            <a:spLocks noGrp="1"/>
          </p:cNvSpPr>
          <p:nvPr>
            <p:ph type="pic" sz="quarter" idx="15"/>
          </p:nvPr>
        </p:nvSpPr>
        <p:spPr>
          <a:xfrm>
            <a:off x="750429" y="4254273"/>
            <a:ext cx="1200374" cy="1201242"/>
          </a:xfrm>
        </p:spPr>
        <p:txBody>
          <a:bodyPr rtlCol="0">
            <a:noAutofit/>
          </a:bodyPr>
          <a:lstStyle>
            <a:lvl1pPr marL="0" indent="0">
              <a:buNone/>
              <a:defRPr sz="1400">
                <a:solidFill>
                  <a:schemeClr val="tx1"/>
                </a:solidFill>
                <a:latin typeface="+mn-lt"/>
              </a:defRPr>
            </a:lvl1pPr>
          </a:lstStyle>
          <a:p>
            <a:pPr rtl="0"/>
            <a:r>
              <a:rPr lang="en-GB" noProof="0"/>
              <a:t>Click icon to add picture</a:t>
            </a:r>
          </a:p>
        </p:txBody>
      </p:sp>
      <p:sp>
        <p:nvSpPr>
          <p:cNvPr id="14" name="Text Placeholder 28"/>
          <p:cNvSpPr>
            <a:spLocks noGrp="1"/>
          </p:cNvSpPr>
          <p:nvPr>
            <p:ph type="body" sz="quarter" idx="21" hasCustomPrompt="1"/>
          </p:nvPr>
        </p:nvSpPr>
        <p:spPr>
          <a:xfrm>
            <a:off x="2123351"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15" name="Text Placeholder 28"/>
          <p:cNvSpPr>
            <a:spLocks noGrp="1"/>
          </p:cNvSpPr>
          <p:nvPr>
            <p:ph type="body" sz="quarter" idx="22" hasCustomPrompt="1"/>
          </p:nvPr>
        </p:nvSpPr>
        <p:spPr>
          <a:xfrm>
            <a:off x="2123350"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9" name="Picture Placeholder 23"/>
          <p:cNvSpPr>
            <a:spLocks noGrp="1"/>
          </p:cNvSpPr>
          <p:nvPr>
            <p:ph type="pic" sz="quarter" idx="16"/>
          </p:nvPr>
        </p:nvSpPr>
        <p:spPr>
          <a:xfrm>
            <a:off x="5495813" y="4254273"/>
            <a:ext cx="1200374" cy="1201242"/>
          </a:xfrm>
        </p:spPr>
        <p:txBody>
          <a:bodyPr rtlCol="0">
            <a:noAutofit/>
          </a:bodyPr>
          <a:lstStyle>
            <a:lvl1pPr marL="0" indent="0">
              <a:buNone/>
              <a:defRPr sz="1400">
                <a:solidFill>
                  <a:schemeClr val="tx1"/>
                </a:solidFill>
                <a:latin typeface="+mn-lt"/>
              </a:defRPr>
            </a:lvl1pPr>
          </a:lstStyle>
          <a:p>
            <a:pPr rtl="0"/>
            <a:r>
              <a:rPr lang="en-GB" noProof="0"/>
              <a:t>Click icon to add picture</a:t>
            </a:r>
          </a:p>
        </p:txBody>
      </p:sp>
      <p:sp>
        <p:nvSpPr>
          <p:cNvPr id="16" name="Text Placeholder 28"/>
          <p:cNvSpPr>
            <a:spLocks noGrp="1"/>
          </p:cNvSpPr>
          <p:nvPr>
            <p:ph type="body" sz="quarter" idx="23" hasCustomPrompt="1"/>
          </p:nvPr>
        </p:nvSpPr>
        <p:spPr>
          <a:xfrm>
            <a:off x="6870817"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17" name="Text Placeholder 28"/>
          <p:cNvSpPr>
            <a:spLocks noGrp="1"/>
          </p:cNvSpPr>
          <p:nvPr>
            <p:ph type="body" sz="quarter" idx="24" hasCustomPrompt="1"/>
          </p:nvPr>
        </p:nvSpPr>
        <p:spPr>
          <a:xfrm>
            <a:off x="6870816"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3" name="Date Placeholder 2"/>
          <p:cNvSpPr>
            <a:spLocks noGrp="1"/>
          </p:cNvSpPr>
          <p:nvPr>
            <p:ph type="dt" sz="half" idx="10"/>
          </p:nvPr>
        </p:nvSpPr>
        <p:spPr>
          <a:xfrm>
            <a:off x="381000" y="6356350"/>
            <a:ext cx="1569803" cy="365125"/>
          </a:xfrm>
        </p:spPr>
        <p:txBody>
          <a:bodyPr rtlCol="0">
            <a:noAutofit/>
          </a:bodyPr>
          <a:lstStyle>
            <a:lvl1pPr>
              <a:defRPr>
                <a:solidFill>
                  <a:schemeClr val="accent3"/>
                </a:solidFill>
                <a:latin typeface="+mn-lt"/>
              </a:defRPr>
            </a:lvl1pPr>
          </a:lstStyle>
          <a:p>
            <a:pPr rtl="0"/>
            <a:r>
              <a:rPr lang="en-GB" noProof="0"/>
              <a:t>10/9/2021</a:t>
            </a:r>
          </a:p>
        </p:txBody>
      </p:sp>
      <p:sp>
        <p:nvSpPr>
          <p:cNvPr id="4" name="Footer Placeholder 3"/>
          <p:cNvSpPr>
            <a:spLocks noGrp="1"/>
          </p:cNvSpPr>
          <p:nvPr>
            <p:ph type="ftr" sz="quarter" idx="11"/>
          </p:nvPr>
        </p:nvSpPr>
        <p:spPr>
          <a:xfrm>
            <a:off x="2871106" y="6356350"/>
            <a:ext cx="4114800" cy="365125"/>
          </a:xfrm>
        </p:spPr>
        <p:txBody>
          <a:bodyPr rtlCol="0">
            <a:noAutofit/>
          </a:bodyPr>
          <a:lstStyle>
            <a:lvl1pPr>
              <a:defRPr>
                <a:solidFill>
                  <a:schemeClr val="accent3"/>
                </a:solidFill>
                <a:latin typeface="+mn-lt"/>
              </a:defRPr>
            </a:lvl1pPr>
          </a:lstStyle>
          <a:p>
            <a:pPr rtl="0"/>
            <a:r>
              <a:rPr lang="en-GB" noProof="0"/>
              <a:t>PRESENTATION TITLE</a:t>
            </a:r>
          </a:p>
        </p:txBody>
      </p:sp>
      <p:sp>
        <p:nvSpPr>
          <p:cNvPr id="5" name="Slide Number Placeholder 4"/>
          <p:cNvSpPr>
            <a:spLocks noGrp="1"/>
          </p:cNvSpPr>
          <p:nvPr>
            <p:ph type="sldNum" sz="quarter" idx="12"/>
          </p:nvPr>
        </p:nvSpPr>
        <p:spPr>
          <a:xfrm>
            <a:off x="8332334" y="6356350"/>
            <a:ext cx="1167495" cy="365125"/>
          </a:xfrm>
        </p:spPr>
        <p:txBody>
          <a:bodyPr rtlCol="0">
            <a:noAutofit/>
          </a:bodyPr>
          <a:lstStyle>
            <a:lvl1pPr>
              <a:defRPr>
                <a:solidFill>
                  <a:schemeClr val="accent3"/>
                </a:solidFill>
                <a:latin typeface="+mn-lt"/>
              </a:defRPr>
            </a:lvl1pPr>
          </a:lstStyle>
          <a:p>
            <a:pPr rtl="0"/>
            <a:fld id="{294A09A9-5501-47C1-A89A-A340965A2BE2}" type="slidenum">
              <a:rPr lang="en-GB" noProof="0" smtClean="0"/>
              <a:t>‹#›</a:t>
            </a:fld>
            <a:endParaRPr lang="en-GB" noProof="0"/>
          </a:p>
        </p:txBody>
      </p:sp>
      <p:sp>
        <p:nvSpPr>
          <p:cNvPr id="19" name="Freeform 18"/>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1" name="Freeform 20"/>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5" name="Freeform 24"/>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6" name="Oval 25"/>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n-GB" noProof="0"/>
          </a:p>
        </p:txBody>
      </p:sp>
      <p:sp>
        <p:nvSpPr>
          <p:cNvPr id="27" name="Freeform 26"/>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8" name="Freeform 27"/>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9" name="Freeform 28"/>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p:cNvSpPr>
            <a:spLocks noGrp="1"/>
          </p:cNvSpPr>
          <p:nvPr>
            <p:ph type="title"/>
          </p:nvPr>
        </p:nvSpPr>
        <p:spPr>
          <a:xfrm>
            <a:off x="750430" y="381000"/>
            <a:ext cx="10678142" cy="1325563"/>
          </a:xfrm>
        </p:spPr>
        <p:txBody>
          <a:bodyPr lIns="0" rtlCol="0" anchor="b">
            <a:noAutofit/>
          </a:bodyPr>
          <a:lstStyle>
            <a:lvl1pPr>
              <a:defRPr sz="4800" b="1">
                <a:latin typeface="+mj-lt"/>
              </a:defRPr>
            </a:lvl1pPr>
          </a:lstStyle>
          <a:p>
            <a:pPr rtl="0"/>
            <a:r>
              <a:rPr lang="en-GB" noProof="0"/>
              <a:t>Click to edit Master title style</a:t>
            </a:r>
          </a:p>
        </p:txBody>
      </p:sp>
      <p:sp>
        <p:nvSpPr>
          <p:cNvPr id="6" name="Picture Placeholder 23"/>
          <p:cNvSpPr>
            <a:spLocks noGrp="1"/>
          </p:cNvSpPr>
          <p:nvPr>
            <p:ph type="pic" sz="quarter" idx="13"/>
          </p:nvPr>
        </p:nvSpPr>
        <p:spPr>
          <a:xfrm>
            <a:off x="750429" y="2068734"/>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31" name="Text Placeholder 28"/>
          <p:cNvSpPr>
            <a:spLocks noGrp="1"/>
          </p:cNvSpPr>
          <p:nvPr>
            <p:ph type="body" sz="quarter" idx="17" hasCustomPrompt="1"/>
          </p:nvPr>
        </p:nvSpPr>
        <p:spPr>
          <a:xfrm>
            <a:off x="750430"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32" name="Text Placeholder 28"/>
          <p:cNvSpPr>
            <a:spLocks noGrp="1"/>
          </p:cNvSpPr>
          <p:nvPr>
            <p:ph type="body" sz="quarter" idx="18" hasCustomPrompt="1"/>
          </p:nvPr>
        </p:nvSpPr>
        <p:spPr>
          <a:xfrm>
            <a:off x="750429"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33" name="Picture Placeholder 23"/>
          <p:cNvSpPr>
            <a:spLocks noGrp="1"/>
          </p:cNvSpPr>
          <p:nvPr>
            <p:ph type="pic" sz="quarter" idx="28"/>
          </p:nvPr>
        </p:nvSpPr>
        <p:spPr>
          <a:xfrm>
            <a:off x="3549397" y="2068734"/>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34" name="Text Placeholder 28"/>
          <p:cNvSpPr>
            <a:spLocks noGrp="1"/>
          </p:cNvSpPr>
          <p:nvPr>
            <p:ph type="body" sz="quarter" idx="29" hasCustomPrompt="1"/>
          </p:nvPr>
        </p:nvSpPr>
        <p:spPr>
          <a:xfrm>
            <a:off x="354939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35" name="Text Placeholder 28"/>
          <p:cNvSpPr>
            <a:spLocks noGrp="1"/>
          </p:cNvSpPr>
          <p:nvPr>
            <p:ph type="body" sz="quarter" idx="30" hasCustomPrompt="1"/>
          </p:nvPr>
        </p:nvSpPr>
        <p:spPr>
          <a:xfrm>
            <a:off x="354939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36" name="Picture Placeholder 23"/>
          <p:cNvSpPr>
            <a:spLocks noGrp="1"/>
          </p:cNvSpPr>
          <p:nvPr>
            <p:ph type="pic" sz="quarter" idx="31"/>
          </p:nvPr>
        </p:nvSpPr>
        <p:spPr>
          <a:xfrm>
            <a:off x="6348367" y="2068734"/>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37" name="Text Placeholder 28"/>
          <p:cNvSpPr>
            <a:spLocks noGrp="1"/>
          </p:cNvSpPr>
          <p:nvPr>
            <p:ph type="body" sz="quarter" idx="32" hasCustomPrompt="1"/>
          </p:nvPr>
        </p:nvSpPr>
        <p:spPr>
          <a:xfrm>
            <a:off x="634836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38" name="Text Placeholder 28"/>
          <p:cNvSpPr>
            <a:spLocks noGrp="1"/>
          </p:cNvSpPr>
          <p:nvPr>
            <p:ph type="body" sz="quarter" idx="33" hasCustomPrompt="1"/>
          </p:nvPr>
        </p:nvSpPr>
        <p:spPr>
          <a:xfrm>
            <a:off x="634836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39" name="Picture Placeholder 23"/>
          <p:cNvSpPr>
            <a:spLocks noGrp="1"/>
          </p:cNvSpPr>
          <p:nvPr>
            <p:ph type="pic" sz="quarter" idx="34"/>
          </p:nvPr>
        </p:nvSpPr>
        <p:spPr>
          <a:xfrm>
            <a:off x="9147335" y="2068734"/>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40" name="Text Placeholder 28"/>
          <p:cNvSpPr>
            <a:spLocks noGrp="1"/>
          </p:cNvSpPr>
          <p:nvPr>
            <p:ph type="body" sz="quarter" idx="35" hasCustomPrompt="1"/>
          </p:nvPr>
        </p:nvSpPr>
        <p:spPr>
          <a:xfrm>
            <a:off x="9147336"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41" name="Text Placeholder 28"/>
          <p:cNvSpPr>
            <a:spLocks noGrp="1"/>
          </p:cNvSpPr>
          <p:nvPr>
            <p:ph type="body" sz="quarter" idx="36" hasCustomPrompt="1"/>
          </p:nvPr>
        </p:nvSpPr>
        <p:spPr>
          <a:xfrm>
            <a:off x="9147335"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42" name="Picture Placeholder 23"/>
          <p:cNvSpPr>
            <a:spLocks noGrp="1"/>
          </p:cNvSpPr>
          <p:nvPr>
            <p:ph type="pic" sz="quarter" idx="37"/>
          </p:nvPr>
        </p:nvSpPr>
        <p:spPr>
          <a:xfrm>
            <a:off x="750429" y="4118551"/>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43" name="Text Placeholder 28"/>
          <p:cNvSpPr>
            <a:spLocks noGrp="1"/>
          </p:cNvSpPr>
          <p:nvPr>
            <p:ph type="body" sz="quarter" idx="38" hasCustomPrompt="1"/>
          </p:nvPr>
        </p:nvSpPr>
        <p:spPr>
          <a:xfrm>
            <a:off x="750430"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44" name="Text Placeholder 28"/>
          <p:cNvSpPr>
            <a:spLocks noGrp="1"/>
          </p:cNvSpPr>
          <p:nvPr>
            <p:ph type="body" sz="quarter" idx="39" hasCustomPrompt="1"/>
          </p:nvPr>
        </p:nvSpPr>
        <p:spPr>
          <a:xfrm>
            <a:off x="750429"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45" name="Picture Placeholder 23"/>
          <p:cNvSpPr>
            <a:spLocks noGrp="1"/>
          </p:cNvSpPr>
          <p:nvPr>
            <p:ph type="pic" sz="quarter" idx="40"/>
          </p:nvPr>
        </p:nvSpPr>
        <p:spPr>
          <a:xfrm>
            <a:off x="3549397" y="4118551"/>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46" name="Text Placeholder 28"/>
          <p:cNvSpPr>
            <a:spLocks noGrp="1"/>
          </p:cNvSpPr>
          <p:nvPr>
            <p:ph type="body" sz="quarter" idx="41" hasCustomPrompt="1"/>
          </p:nvPr>
        </p:nvSpPr>
        <p:spPr>
          <a:xfrm>
            <a:off x="354939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47" name="Text Placeholder 28"/>
          <p:cNvSpPr>
            <a:spLocks noGrp="1"/>
          </p:cNvSpPr>
          <p:nvPr>
            <p:ph type="body" sz="quarter" idx="42" hasCustomPrompt="1"/>
          </p:nvPr>
        </p:nvSpPr>
        <p:spPr>
          <a:xfrm>
            <a:off x="354939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48" name="Picture Placeholder 23"/>
          <p:cNvSpPr>
            <a:spLocks noGrp="1"/>
          </p:cNvSpPr>
          <p:nvPr>
            <p:ph type="pic" sz="quarter" idx="43"/>
          </p:nvPr>
        </p:nvSpPr>
        <p:spPr>
          <a:xfrm>
            <a:off x="6348367" y="4118551"/>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49" name="Text Placeholder 28"/>
          <p:cNvSpPr>
            <a:spLocks noGrp="1"/>
          </p:cNvSpPr>
          <p:nvPr>
            <p:ph type="body" sz="quarter" idx="44" hasCustomPrompt="1"/>
          </p:nvPr>
        </p:nvSpPr>
        <p:spPr>
          <a:xfrm>
            <a:off x="634836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50" name="Text Placeholder 28"/>
          <p:cNvSpPr>
            <a:spLocks noGrp="1"/>
          </p:cNvSpPr>
          <p:nvPr>
            <p:ph type="body" sz="quarter" idx="45" hasCustomPrompt="1"/>
          </p:nvPr>
        </p:nvSpPr>
        <p:spPr>
          <a:xfrm>
            <a:off x="634836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51" name="Picture Placeholder 23"/>
          <p:cNvSpPr>
            <a:spLocks noGrp="1"/>
          </p:cNvSpPr>
          <p:nvPr>
            <p:ph type="pic" sz="quarter" idx="46"/>
          </p:nvPr>
        </p:nvSpPr>
        <p:spPr>
          <a:xfrm>
            <a:off x="9147335" y="4118551"/>
            <a:ext cx="904987" cy="905641"/>
          </a:xfrm>
        </p:spPr>
        <p:txBody>
          <a:bodyPr rtlCol="0">
            <a:noAutofit/>
          </a:bodyPr>
          <a:lstStyle>
            <a:lvl1pPr marL="0" indent="0">
              <a:buNone/>
              <a:defRPr sz="1400">
                <a:solidFill>
                  <a:schemeClr val="tx1"/>
                </a:solidFill>
              </a:defRPr>
            </a:lvl1pPr>
          </a:lstStyle>
          <a:p>
            <a:pPr rtl="0"/>
            <a:r>
              <a:rPr lang="en-GB" noProof="0"/>
              <a:t>Click icon to add picture</a:t>
            </a:r>
          </a:p>
        </p:txBody>
      </p:sp>
      <p:sp>
        <p:nvSpPr>
          <p:cNvPr id="52" name="Text Placeholder 28"/>
          <p:cNvSpPr>
            <a:spLocks noGrp="1"/>
          </p:cNvSpPr>
          <p:nvPr>
            <p:ph type="body" sz="quarter" idx="47" hasCustomPrompt="1"/>
          </p:nvPr>
        </p:nvSpPr>
        <p:spPr>
          <a:xfrm>
            <a:off x="9147336"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en-GB" noProof="0"/>
              <a:t>Name</a:t>
            </a:r>
          </a:p>
        </p:txBody>
      </p:sp>
      <p:sp>
        <p:nvSpPr>
          <p:cNvPr id="53" name="Text Placeholder 28"/>
          <p:cNvSpPr>
            <a:spLocks noGrp="1"/>
          </p:cNvSpPr>
          <p:nvPr>
            <p:ph type="body" sz="quarter" idx="48" hasCustomPrompt="1"/>
          </p:nvPr>
        </p:nvSpPr>
        <p:spPr>
          <a:xfrm>
            <a:off x="9147335"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en-GB" noProof="0"/>
              <a:t>Title</a:t>
            </a:r>
          </a:p>
        </p:txBody>
      </p:sp>
      <p:sp>
        <p:nvSpPr>
          <p:cNvPr id="18" name="Date Placeholder 17"/>
          <p:cNvSpPr>
            <a:spLocks noGrp="1"/>
          </p:cNvSpPr>
          <p:nvPr>
            <p:ph type="dt" sz="half" idx="25"/>
          </p:nvPr>
        </p:nvSpPr>
        <p:spPr/>
        <p:txBody>
          <a:bodyPr rtlCol="0">
            <a:noAutofit/>
          </a:bodyPr>
          <a:lstStyle>
            <a:lvl1pPr>
              <a:defRPr>
                <a:solidFill>
                  <a:schemeClr val="accent3"/>
                </a:solidFill>
                <a:latin typeface="+mn-lt"/>
              </a:defRPr>
            </a:lvl1pPr>
          </a:lstStyle>
          <a:p>
            <a:pPr rtl="0"/>
            <a:r>
              <a:rPr lang="en-GB" noProof="0"/>
              <a:t>10/9/2021</a:t>
            </a:r>
          </a:p>
        </p:txBody>
      </p:sp>
      <p:sp>
        <p:nvSpPr>
          <p:cNvPr id="22" name="Footer Placeholder 21"/>
          <p:cNvSpPr>
            <a:spLocks noGrp="1"/>
          </p:cNvSpPr>
          <p:nvPr>
            <p:ph type="ftr" sz="quarter" idx="26"/>
          </p:nvPr>
        </p:nvSpPr>
        <p:spPr/>
        <p:txBody>
          <a:bodyPr rtlCol="0">
            <a:noAutofit/>
          </a:bodyPr>
          <a:lstStyle>
            <a:lvl1pPr>
              <a:defRPr>
                <a:solidFill>
                  <a:schemeClr val="accent3"/>
                </a:solidFill>
                <a:latin typeface="+mn-lt"/>
              </a:defRPr>
            </a:lvl1pPr>
          </a:lstStyle>
          <a:p>
            <a:pPr rtl="0"/>
            <a:r>
              <a:rPr lang="en-GB" noProof="0"/>
              <a:t>PRESENTATION TITLE</a:t>
            </a:r>
          </a:p>
        </p:txBody>
      </p:sp>
      <p:sp>
        <p:nvSpPr>
          <p:cNvPr id="23" name="Slide Number Placeholder 22"/>
          <p:cNvSpPr>
            <a:spLocks noGrp="1"/>
          </p:cNvSpPr>
          <p:nvPr>
            <p:ph type="sldNum" sz="quarter" idx="27"/>
          </p:nvPr>
        </p:nvSpPr>
        <p:spPr/>
        <p:txBody>
          <a:bodyPr rtlCol="0">
            <a:noAutofit/>
          </a:bodyPr>
          <a:lstStyle>
            <a:lvl1pPr>
              <a:defRPr>
                <a:solidFill>
                  <a:schemeClr val="accent3"/>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bg>
      <p:bgPr>
        <a:solidFill>
          <a:schemeClr val="accent1"/>
        </a:solidFill>
        <a:effectLst/>
      </p:bgPr>
    </p:bg>
    <p:spTree>
      <p:nvGrpSpPr>
        <p:cNvPr id="1" name=""/>
        <p:cNvGrpSpPr/>
        <p:nvPr/>
      </p:nvGrpSpPr>
      <p:grpSpPr>
        <a:xfrm>
          <a:off x="0" y="0"/>
          <a:ext cx="0" cy="0"/>
          <a:chOff x="0" y="0"/>
          <a:chExt cx="0" cy="0"/>
        </a:xfrm>
      </p:grpSpPr>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2" name="Title 1"/>
          <p:cNvSpPr>
            <a:spLocks noGrp="1"/>
          </p:cNvSpPr>
          <p:nvPr>
            <p:ph type="title"/>
          </p:nvPr>
        </p:nvSpPr>
        <p:spPr>
          <a:xfrm>
            <a:off x="1167492" y="381000"/>
            <a:ext cx="9779183" cy="1325563"/>
          </a:xfrm>
        </p:spPr>
        <p:txBody>
          <a:bodyPr rtlCol="0" anchor="b">
            <a:noAutofit/>
          </a:bodyPr>
          <a:lstStyle>
            <a:lvl1pPr>
              <a:defRPr sz="4800" b="1">
                <a:solidFill>
                  <a:schemeClr val="bg1"/>
                </a:solidFill>
                <a:latin typeface="+mj-lt"/>
              </a:defRPr>
            </a:lvl1pPr>
          </a:lstStyle>
          <a:p>
            <a:pPr rtl="0"/>
            <a:r>
              <a:rPr lang="en-GB" noProof="0"/>
              <a:t>Click to edit Master title style</a:t>
            </a:r>
          </a:p>
        </p:txBody>
      </p:sp>
      <p:sp>
        <p:nvSpPr>
          <p:cNvPr id="3" name="Content Placeholder 2"/>
          <p:cNvSpPr>
            <a:spLocks noGrp="1"/>
          </p:cNvSpPr>
          <p:nvPr>
            <p:ph idx="1"/>
          </p:nvPr>
        </p:nvSpPr>
        <p:spPr>
          <a:xfrm>
            <a:off x="1167493" y="2087561"/>
            <a:ext cx="9779182" cy="3366815"/>
          </a:xfrm>
        </p:spPr>
        <p:txBody>
          <a:bodyPr rtlCol="0">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pPr rtl="0"/>
            <a:r>
              <a:rPr lang="en-GB" noProof="0"/>
              <a:t>PRESENTATION TITLE</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Content Placeholder 2"/>
          <p:cNvSpPr>
            <a:spLocks noGrp="1"/>
          </p:cNvSpPr>
          <p:nvPr>
            <p:ph idx="1"/>
          </p:nvPr>
        </p:nvSpPr>
        <p:spPr>
          <a:xfrm>
            <a:off x="1167493"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6" name="Freeform 5"/>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nvGrpSpPr>
          <p:cNvPr id="9" name="Group 8"/>
          <p:cNvGrpSpPr/>
          <p:nvPr userDrawn="1"/>
        </p:nvGrpSpPr>
        <p:grpSpPr>
          <a:xfrm>
            <a:off x="8082092"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grpSp>
      <p:sp>
        <p:nvSpPr>
          <p:cNvPr id="10"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en-GB" noProof="0"/>
              <a:t>PRESENTATION TITLE</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en-GB" noProof="0" smtClean="0"/>
              <a:t>‹#›</a:t>
            </a:fld>
            <a:endParaRPr lang="en-GB" noProof="0"/>
          </a:p>
        </p:txBody>
      </p:sp>
      <p:sp>
        <p:nvSpPr>
          <p:cNvPr id="13" name="Content Placeholder 2"/>
          <p:cNvSpPr>
            <a:spLocks noGrp="1"/>
          </p:cNvSpPr>
          <p:nvPr>
            <p:ph idx="10"/>
          </p:nvPr>
        </p:nvSpPr>
        <p:spPr>
          <a:xfrm>
            <a:off x="6283235"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4" name="Content Placeholder 2"/>
          <p:cNvSpPr>
            <a:spLocks noGrp="1"/>
          </p:cNvSpPr>
          <p:nvPr>
            <p:ph idx="11"/>
          </p:nvPr>
        </p:nvSpPr>
        <p:spPr>
          <a:xfrm>
            <a:off x="1167493"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5" name="Content Placeholder 2"/>
          <p:cNvSpPr>
            <a:spLocks noGrp="1"/>
          </p:cNvSpPr>
          <p:nvPr>
            <p:ph idx="12"/>
          </p:nvPr>
        </p:nvSpPr>
        <p:spPr>
          <a:xfrm>
            <a:off x="6283235"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Content Placeholder 2"/>
          <p:cNvSpPr>
            <a:spLocks noGrp="1"/>
          </p:cNvSpPr>
          <p:nvPr>
            <p:ph idx="1"/>
          </p:nvPr>
        </p:nvSpPr>
        <p:spPr>
          <a:xfrm>
            <a:off x="1167491" y="2526318"/>
            <a:ext cx="3218688"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reeform 3"/>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6" name="Freeform 5"/>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grpSp>
        <p:nvGrpSpPr>
          <p:cNvPr id="9" name="Group 8"/>
          <p:cNvGrpSpPr/>
          <p:nvPr userDrawn="1"/>
        </p:nvGrpSpPr>
        <p:grpSpPr>
          <a:xfrm>
            <a:off x="2587417"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grpSp>
      <p:sp>
        <p:nvSpPr>
          <p:cNvPr id="10" name="Date Placeholder 3"/>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r>
              <a:rPr lang="en-GB" noProof="0"/>
              <a:t>10/9/2021</a:t>
            </a: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en-GB" noProof="0"/>
              <a:t>PRESENTATION TITLE</a:t>
            </a:r>
          </a:p>
        </p:txBody>
      </p:sp>
      <p:sp>
        <p:nvSpPr>
          <p:cNvPr id="13" name="Content Placeholder 2"/>
          <p:cNvSpPr>
            <a:spLocks noGrp="1"/>
          </p:cNvSpPr>
          <p:nvPr>
            <p:ph idx="10"/>
          </p:nvPr>
        </p:nvSpPr>
        <p:spPr>
          <a:xfrm>
            <a:off x="4683787"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4" name="Content Placeholder 2"/>
          <p:cNvSpPr>
            <a:spLocks noGrp="1"/>
          </p:cNvSpPr>
          <p:nvPr>
            <p:ph idx="11"/>
          </p:nvPr>
        </p:nvSpPr>
        <p:spPr>
          <a:xfrm>
            <a:off x="116749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5" name="Content Placeholder 2"/>
          <p:cNvSpPr>
            <a:spLocks noGrp="1"/>
          </p:cNvSpPr>
          <p:nvPr>
            <p:ph idx="12"/>
          </p:nvPr>
        </p:nvSpPr>
        <p:spPr>
          <a:xfrm>
            <a:off x="4683788"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6" name="Content Placeholder 2"/>
          <p:cNvSpPr>
            <a:spLocks noGrp="1"/>
          </p:cNvSpPr>
          <p:nvPr>
            <p:ph idx="13"/>
          </p:nvPr>
        </p:nvSpPr>
        <p:spPr>
          <a:xfrm>
            <a:off x="8200082"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7" name="Content Placeholder 2"/>
          <p:cNvSpPr>
            <a:spLocks noGrp="1"/>
          </p:cNvSpPr>
          <p:nvPr>
            <p:ph idx="14"/>
          </p:nvPr>
        </p:nvSpPr>
        <p:spPr>
          <a:xfrm>
            <a:off x="820008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en-GB" noProof="0" smtClean="0"/>
              <a:t>‹#›</a:t>
            </a:fld>
            <a:endParaRPr lang="en-GB"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7494" y="1122363"/>
            <a:ext cx="6220278" cy="2387600"/>
          </a:xfrm>
        </p:spPr>
        <p:txBody>
          <a:bodyPr rtlCol="0" anchor="b">
            <a:noAutofit/>
          </a:bodyPr>
          <a:lstStyle>
            <a:lvl1pPr algn="l">
              <a:defRPr sz="6000" b="1">
                <a:latin typeface="+mj-lt"/>
              </a:defRPr>
            </a:lvl1pPr>
          </a:lstStyle>
          <a:p>
            <a:pPr rtl="0"/>
            <a:r>
              <a:rPr lang="en-GB" noProof="0"/>
              <a:t>Click to edit Master title style</a:t>
            </a:r>
          </a:p>
        </p:txBody>
      </p:sp>
      <p:sp>
        <p:nvSpPr>
          <p:cNvPr id="3" name="Subtitle 2"/>
          <p:cNvSpPr>
            <a:spLocks noGrp="1"/>
          </p:cNvSpPr>
          <p:nvPr>
            <p:ph type="subTitle" idx="1"/>
          </p:nvPr>
        </p:nvSpPr>
        <p:spPr>
          <a:xfrm>
            <a:off x="1167493" y="3602038"/>
            <a:ext cx="6220277" cy="2247219"/>
          </a:xfrm>
        </p:spPr>
        <p:txBody>
          <a:bodyPr rtlCol="0">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4" name="Rectangle 3"/>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grpSp>
        <p:nvGrpSpPr>
          <p:cNvPr id="6" name="Group 5"/>
          <p:cNvGrpSpPr/>
          <p:nvPr userDrawn="1"/>
        </p:nvGrpSpPr>
        <p:grpSpPr>
          <a:xfrm>
            <a:off x="8264427" y="3685939"/>
            <a:ext cx="3927573" cy="3178856"/>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sp>
        <p:nvSpPr>
          <p:cNvPr id="22" name="Freeform 21"/>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17" name="Freeform 16"/>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rtl="0"/>
            <a:r>
              <a:rPr lang="en-GB" noProof="0"/>
              <a:t>10/9/2021</a:t>
            </a:r>
          </a:p>
        </p:txBody>
      </p:sp>
      <p:sp>
        <p:nvSpPr>
          <p:cNvPr id="5" name="Footer Placeholder 4"/>
          <p:cNvSpPr>
            <a:spLocks noGrp="1"/>
          </p:cNvSpPr>
          <p:nvPr>
            <p:ph type="ftr" sz="quarter" idx="11"/>
          </p:nvPr>
        </p:nvSpPr>
        <p:spPr/>
        <p:txBody>
          <a:bodyPr/>
          <a:lstStyle/>
          <a:p>
            <a:pPr rtl="0"/>
            <a:r>
              <a:rPr lang="en-GB" noProof="0"/>
              <a:t>PRESENTATION TITLE</a:t>
            </a:r>
          </a:p>
        </p:txBody>
      </p:sp>
      <p:sp>
        <p:nvSpPr>
          <p:cNvPr id="6" name="Slide Number Placeholder 5"/>
          <p:cNvSpPr>
            <a:spLocks noGrp="1"/>
          </p:cNvSpPr>
          <p:nvPr>
            <p:ph type="sldNum" sz="quarter" idx="12"/>
          </p:nvPr>
        </p:nvSpPr>
        <p:spPr/>
        <p:txBody>
          <a:bodyPr/>
          <a:lstStyle/>
          <a:p>
            <a:pPr rtl="0"/>
            <a:fld id="{294A09A9-5501-47C1-A89A-A340965A2BE2}" type="slidenum">
              <a:rPr lang="en-GB" noProof="0" smtClean="0"/>
              <a:t>‹#›</a:t>
            </a:fld>
            <a:endParaRPr lang="en-GB"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pPr rtl="0"/>
            <a:r>
              <a:rPr lang="en-GB" noProof="0"/>
              <a:t>Click to edit Master title style</a:t>
            </a:r>
          </a:p>
        </p:txBody>
      </p:sp>
      <p:sp>
        <p:nvSpPr>
          <p:cNvPr id="3" name="Text Placeholder 2"/>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pPr rtl="0"/>
            <a:r>
              <a:rPr lang="en-GB" noProof="0"/>
              <a:t>10/9/2021</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pPr rtl="0"/>
            <a:r>
              <a:rPr lang="en-GB" noProof="0"/>
              <a:t>PRESENTATION TITLE</a:t>
            </a:r>
          </a:p>
        </p:txBody>
      </p:sp>
      <p:sp>
        <p:nvSpPr>
          <p:cNvPr id="6" name="Slide Number Placeholder 5"/>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pPr rtl="0"/>
            <a:fld id="{294A09A9-5501-47C1-A89A-A340965A2BE2}" type="slidenum">
              <a:rPr lang="en-GB" noProof="0" smtClean="0"/>
              <a:t>‹#›</a:t>
            </a:fld>
            <a:endParaRPr lang="en-GB" noProof="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3597" y="2048828"/>
            <a:ext cx="8028864" cy="2387600"/>
          </a:xfrm>
        </p:spPr>
        <p:txBody>
          <a:bodyPr rtlCol="0"/>
          <a:lstStyle/>
          <a:p>
            <a:pPr algn="ctr" rtl="0"/>
            <a:r>
              <a:rPr lang="en-GB" sz="5400" dirty="0">
                <a:latin typeface="Calibri" panose="020F0502020204030204" charset="0"/>
                <a:cs typeface="Calibri" panose="020F0502020204030204" charset="0"/>
              </a:rPr>
              <a:t>PSYC100 GENERAL PSYCHOLOGY</a:t>
            </a:r>
            <a:br>
              <a:rPr lang="en-GB" sz="5400" dirty="0">
                <a:latin typeface="Calibri" panose="020F0502020204030204" charset="0"/>
                <a:cs typeface="Calibri" panose="020F0502020204030204" charset="0"/>
              </a:rPr>
            </a:br>
            <a:r>
              <a:rPr lang="en-GB" sz="5400" dirty="0">
                <a:latin typeface="Calibri" panose="020F0502020204030204" charset="0"/>
                <a:cs typeface="Calibri" panose="020F0502020204030204" charset="0"/>
              </a:rPr>
              <a:t/>
            </a:r>
            <a:br>
              <a:rPr lang="en-GB" sz="5400" dirty="0">
                <a:latin typeface="Calibri" panose="020F0502020204030204" charset="0"/>
                <a:cs typeface="Calibri" panose="020F0502020204030204" charset="0"/>
              </a:rPr>
            </a:br>
            <a:r>
              <a:rPr lang="en-GB" sz="3200" dirty="0">
                <a:latin typeface="Calibri" panose="020F0502020204030204" charset="0"/>
                <a:cs typeface="Calibri" panose="020F0502020204030204" charset="0"/>
              </a:rPr>
              <a:t>WHAT IS PSYCHOLOGY? PSYCHOLOGY AS A SCIENCE</a:t>
            </a:r>
          </a:p>
        </p:txBody>
      </p:sp>
      <p:sp>
        <p:nvSpPr>
          <p:cNvPr id="3" name="Subtitle 2"/>
          <p:cNvSpPr>
            <a:spLocks noGrp="1"/>
          </p:cNvSpPr>
          <p:nvPr>
            <p:ph type="subTitle" idx="1"/>
          </p:nvPr>
        </p:nvSpPr>
        <p:spPr>
          <a:xfrm>
            <a:off x="675880" y="5145702"/>
            <a:ext cx="9500507" cy="806675"/>
          </a:xfrm>
        </p:spPr>
        <p:txBody>
          <a:bodyPr rtlCol="0"/>
          <a:lstStyle/>
          <a:p>
            <a:pPr algn="ctr" rtl="0"/>
            <a:r>
              <a:rPr lang="en-GB" dirty="0">
                <a:latin typeface="Calibri" panose="020F0502020204030204" charset="0"/>
                <a:cs typeface="Calibri" panose="020F0502020204030204" charset="0"/>
              </a:rPr>
              <a:t>Dr. Asli Niyazi</a:t>
            </a:r>
          </a:p>
          <a:p>
            <a:pPr algn="ctr" rtl="0"/>
            <a:r>
              <a:rPr lang="en-GB" dirty="0">
                <a:latin typeface="Calibri" panose="020F0502020204030204" charset="0"/>
                <a:cs typeface="Calibri" panose="020F0502020204030204" charset="0"/>
              </a:rPr>
              <a:t>nasli@metu.edu.tr</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PSYC100 Course Outline</a:t>
            </a:r>
          </a:p>
        </p:txBody>
      </p:sp>
      <p:graphicFrame>
        <p:nvGraphicFramePr>
          <p:cNvPr id="7" name="Table 6"/>
          <p:cNvGraphicFramePr/>
          <p:nvPr>
            <p:custDataLst>
              <p:tags r:id="rId1"/>
            </p:custDataLst>
            <p:extLst>
              <p:ext uri="{D42A27DB-BD31-4B8C-83A1-F6EECF244321}">
                <p14:modId xmlns:p14="http://schemas.microsoft.com/office/powerpoint/2010/main" val="159295056"/>
              </p:ext>
            </p:extLst>
          </p:nvPr>
        </p:nvGraphicFramePr>
        <p:xfrm>
          <a:off x="1249045" y="1852930"/>
          <a:ext cx="10200640" cy="3657600"/>
        </p:xfrm>
        <a:graphic>
          <a:graphicData uri="http://schemas.openxmlformats.org/drawingml/2006/table">
            <a:tbl>
              <a:tblPr/>
              <a:tblGrid>
                <a:gridCol w="93980">
                  <a:extLst>
                    <a:ext uri="{9D8B030D-6E8A-4147-A177-3AD203B41FA5}">
                      <a16:colId xmlns:a16="http://schemas.microsoft.com/office/drawing/2014/main" val="20000"/>
                    </a:ext>
                  </a:extLst>
                </a:gridCol>
                <a:gridCol w="2301875">
                  <a:extLst>
                    <a:ext uri="{9D8B030D-6E8A-4147-A177-3AD203B41FA5}">
                      <a16:colId xmlns:a16="http://schemas.microsoft.com/office/drawing/2014/main" val="20001"/>
                    </a:ext>
                  </a:extLst>
                </a:gridCol>
                <a:gridCol w="7804785">
                  <a:extLst>
                    <a:ext uri="{9D8B030D-6E8A-4147-A177-3AD203B41FA5}">
                      <a16:colId xmlns:a16="http://schemas.microsoft.com/office/drawing/2014/main" val="20002"/>
                    </a:ext>
                  </a:extLst>
                </a:gridCol>
              </a:tblGrid>
              <a:tr h="970915">
                <a:tc>
                  <a:txBody>
                    <a:bodyPr/>
                    <a:lstStyle/>
                    <a:p>
                      <a:endParaRPr/>
                    </a:p>
                  </a:txBody>
                  <a:tcPr marL="68580" marR="0" marT="0" marB="0" anchor="ctr">
                    <a:lnL>
                      <a:noFill/>
                    </a:lnL>
                    <a:lnR w="6350" cap="flat" cmpd="sng">
                      <a:solidFill>
                        <a:srgbClr val="000008"/>
                      </a:solidFill>
                      <a:prstDash val="solid"/>
                      <a:headEnd type="none" w="med" len="med"/>
                      <a:tailEnd type="none" w="med" len="med"/>
                    </a:lnR>
                    <a:lnT>
                      <a:noFill/>
                    </a:lnT>
                    <a:lnB>
                      <a:noFill/>
                    </a:lnB>
                    <a:noFill/>
                  </a:tcPr>
                </a:tc>
                <a:tc>
                  <a:txBody>
                    <a:bodyPr/>
                    <a:lstStyle/>
                    <a:p>
                      <a:pPr marL="68580" indent="0" algn="ctr">
                        <a:spcBef>
                          <a:spcPts val="600"/>
                        </a:spcBef>
                        <a:spcAft>
                          <a:spcPct val="0"/>
                        </a:spcAft>
                      </a:pPr>
                      <a:r>
                        <a:rPr sz="2000" b="1" cap="small">
                          <a:latin typeface="Times New Roman" panose="02020603050405020304"/>
                          <a:ea typeface="SimSun" panose="02010600030101010101" pitchFamily="2" charset="-122"/>
                        </a:rPr>
                        <a:t>Attendance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68580" indent="0">
                        <a:spcBef>
                          <a:spcPct val="0"/>
                        </a:spcBef>
                        <a:spcAft>
                          <a:spcPct val="0"/>
                        </a:spcAft>
                      </a:pPr>
                      <a:r>
                        <a:rPr lang="en-US" altLang="en-GB" sz="2000" b="0">
                          <a:latin typeface="Times New Roman" panose="02020603050405020304"/>
                          <a:ea typeface="SimSun" panose="02010600030101010101" pitchFamily="2" charset="-122"/>
                        </a:rPr>
                        <a:t>Attendance will be taken in all sessions. **Students who do not attend 70% of classes will not qualify for taking the final exam and be given an NA grade. Therefore, will not be able to benefit from the make-up exams**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068070">
                <a:tc>
                  <a:txBody>
                    <a:bodyPr/>
                    <a:lstStyle/>
                    <a:p>
                      <a:endParaRPr/>
                    </a:p>
                  </a:txBody>
                  <a:tcPr marL="68580" marR="0" marT="0" marB="0" anchor="ctr">
                    <a:lnL>
                      <a:noFill/>
                    </a:lnL>
                    <a:lnR w="6350" cap="flat" cmpd="sng">
                      <a:solidFill>
                        <a:srgbClr val="000008"/>
                      </a:solidFill>
                      <a:prstDash val="solid"/>
                      <a:headEnd type="none" w="med" len="med"/>
                      <a:tailEnd type="none" w="med" len="med"/>
                    </a:lnR>
                    <a:lnT>
                      <a:noFill/>
                    </a:lnT>
                    <a:lnB>
                      <a:noFill/>
                    </a:lnB>
                    <a:noFill/>
                  </a:tcPr>
                </a:tc>
                <a:tc>
                  <a:txBody>
                    <a:bodyPr/>
                    <a:lstStyle/>
                    <a:p>
                      <a:pPr marL="68580" indent="0" algn="ctr">
                        <a:spcBef>
                          <a:spcPts val="600"/>
                        </a:spcBef>
                        <a:spcAft>
                          <a:spcPct val="0"/>
                        </a:spcAft>
                      </a:pPr>
                      <a:r>
                        <a:rPr sz="2000" b="1" cap="small">
                          <a:latin typeface="Times New Roman" panose="02020603050405020304"/>
                          <a:ea typeface="SimSun" panose="02010600030101010101" pitchFamily="2" charset="-122"/>
                        </a:rPr>
                        <a:t>Mid-Term</a:t>
                      </a:r>
                      <a:r>
                        <a:rPr lang="en-GB" sz="2000" b="1" cap="small">
                          <a:latin typeface="Times New Roman" panose="02020603050405020304"/>
                          <a:ea typeface="SimSun" panose="02010600030101010101" pitchFamily="2" charset="-122"/>
                        </a:rPr>
                        <a:t>s</a:t>
                      </a:r>
                      <a:r>
                        <a:rPr sz="2000" b="1" cap="small">
                          <a:latin typeface="Times New Roman" panose="02020603050405020304"/>
                          <a:ea typeface="SimSun" panose="02010600030101010101" pitchFamily="2" charset="-122"/>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68580" indent="0">
                        <a:spcBef>
                          <a:spcPct val="0"/>
                        </a:spcBef>
                        <a:spcAft>
                          <a:spcPct val="0"/>
                        </a:spcAft>
                      </a:pPr>
                      <a:r>
                        <a:rPr sz="2000" b="0">
                          <a:latin typeface="Times New Roman" panose="02020603050405020304"/>
                          <a:ea typeface="SimSun" panose="02010600030101010101" pitchFamily="2" charset="-122"/>
                        </a:rPr>
                        <a:t>Date: Week 7</a:t>
                      </a:r>
                      <a:r>
                        <a:rPr lang="en-GB" sz="2000" b="0">
                          <a:latin typeface="Times New Roman" panose="02020603050405020304"/>
                          <a:ea typeface="SimSun" panose="02010600030101010101" pitchFamily="2" charset="-122"/>
                        </a:rPr>
                        <a:t> and Week 12</a:t>
                      </a:r>
                      <a:endParaRPr sz="2000" b="0">
                        <a:latin typeface="Times New Roman" panose="02020603050405020304"/>
                        <a:ea typeface="SimSun" panose="02010600030101010101" pitchFamily="2" charset="-122"/>
                      </a:endParaRPr>
                    </a:p>
                    <a:p>
                      <a:pPr marL="68580" indent="0">
                        <a:spcBef>
                          <a:spcPct val="0"/>
                        </a:spcBef>
                        <a:spcAft>
                          <a:spcPct val="0"/>
                        </a:spcAft>
                      </a:pPr>
                      <a:r>
                        <a:rPr sz="2000" b="0">
                          <a:latin typeface="Times New Roman" panose="02020603050405020304"/>
                          <a:ea typeface="SimSun" panose="02010600030101010101" pitchFamily="2" charset="-122"/>
                        </a:rPr>
                        <a:t>Weighing: </a:t>
                      </a:r>
                      <a:r>
                        <a:rPr lang="en-GB" sz="2000" b="0">
                          <a:latin typeface="Times New Roman" panose="02020603050405020304"/>
                          <a:ea typeface="SimSun" panose="02010600030101010101" pitchFamily="2" charset="-122"/>
                        </a:rPr>
                        <a:t>30</a:t>
                      </a:r>
                      <a:r>
                        <a:rPr sz="2000" b="0">
                          <a:latin typeface="Times New Roman" panose="02020603050405020304"/>
                          <a:ea typeface="SimSun" panose="02010600030101010101" pitchFamily="2" charset="-122"/>
                        </a:rPr>
                        <a:t>%</a:t>
                      </a:r>
                      <a:r>
                        <a:rPr lang="en-GB" sz="2000" b="0">
                          <a:latin typeface="Times New Roman" panose="02020603050405020304"/>
                          <a:ea typeface="SimSun" panose="02010600030101010101" pitchFamily="2" charset="-122"/>
                        </a:rPr>
                        <a:t> each</a:t>
                      </a:r>
                      <a:endParaRPr sz="2000" b="0">
                        <a:latin typeface="Times New Roman" panose="02020603050405020304"/>
                        <a:ea typeface="SimSun" panose="02010600030101010101" pitchFamily="2" charset="-122"/>
                      </a:endParaRPr>
                    </a:p>
                    <a:p>
                      <a:pPr marL="68580" indent="0">
                        <a:spcBef>
                          <a:spcPct val="0"/>
                        </a:spcBef>
                        <a:spcAft>
                          <a:spcPct val="0"/>
                        </a:spcAft>
                      </a:pPr>
                      <a:r>
                        <a:rPr lang="en-GB" sz="2000" b="0">
                          <a:latin typeface="Times New Roman" panose="02020603050405020304"/>
                          <a:ea typeface="SimSun" panose="02010600030101010101" pitchFamily="2" charset="-122"/>
                        </a:rPr>
                        <a:t>Format: MCQs</a:t>
                      </a:r>
                      <a:endParaRPr sz="2000" b="0">
                        <a:latin typeface="Times New Roman" panose="02020603050405020304"/>
                        <a:ea typeface="SimSun" panose="02010600030101010101" pitchFamily="2" charset="-122"/>
                      </a:endParaRPr>
                    </a:p>
                    <a:p>
                      <a:pPr marL="68580" indent="0">
                        <a:spcBef>
                          <a:spcPct val="0"/>
                        </a:spcBef>
                        <a:spcAft>
                          <a:spcPct val="0"/>
                        </a:spcAft>
                      </a:pPr>
                      <a:r>
                        <a:rPr lang="en-US" altLang="en-GB" sz="2000" b="0">
                          <a:latin typeface="Times New Roman" panose="02020603050405020304"/>
                          <a:ea typeface="SimSun" panose="02010600030101010101" pitchFamily="2" charset="-122"/>
                        </a:rPr>
                        <a:t>Coverage: Weeks 1-6 &amp; Weeks 8-11, respectively.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067435">
                <a:tc>
                  <a:txBody>
                    <a:bodyPr/>
                    <a:lstStyle/>
                    <a:p>
                      <a:endParaRPr/>
                    </a:p>
                  </a:txBody>
                  <a:tcPr marL="68580" marR="0" marT="0" marB="0" anchor="ctr">
                    <a:lnL>
                      <a:noFill/>
                    </a:lnL>
                    <a:lnR w="6350" cap="flat" cmpd="sng">
                      <a:solidFill>
                        <a:srgbClr val="000008"/>
                      </a:solidFill>
                      <a:prstDash val="solid"/>
                      <a:headEnd type="none" w="med" len="med"/>
                      <a:tailEnd type="none" w="med" len="med"/>
                    </a:lnR>
                    <a:lnT>
                      <a:noFill/>
                    </a:lnT>
                    <a:lnB>
                      <a:noFill/>
                    </a:lnB>
                    <a:noFill/>
                  </a:tcPr>
                </a:tc>
                <a:tc>
                  <a:txBody>
                    <a:bodyPr/>
                    <a:lstStyle/>
                    <a:p>
                      <a:pPr marL="68580" indent="0" algn="ctr">
                        <a:spcBef>
                          <a:spcPts val="600"/>
                        </a:spcBef>
                        <a:spcAft>
                          <a:spcPct val="0"/>
                        </a:spcAft>
                      </a:pPr>
                      <a:r>
                        <a:rPr sz="2000" b="1" cap="small" dirty="0" smtClean="0">
                          <a:latin typeface="Times New Roman" panose="02020603050405020304"/>
                          <a:ea typeface="SimSun" panose="02010600030101010101" pitchFamily="2" charset="-122"/>
                        </a:rPr>
                        <a:t>F</a:t>
                      </a:r>
                      <a:r>
                        <a:rPr lang="en-US" sz="2000" b="1" cap="small" dirty="0" smtClean="0">
                          <a:latin typeface="Times New Roman" panose="02020603050405020304"/>
                          <a:ea typeface="SimSun" panose="02010600030101010101" pitchFamily="2" charset="-122"/>
                        </a:rPr>
                        <a:t>i</a:t>
                      </a:r>
                      <a:r>
                        <a:rPr sz="2000" b="1" cap="small" dirty="0" smtClean="0">
                          <a:latin typeface="Times New Roman" panose="02020603050405020304"/>
                          <a:ea typeface="SimSun" panose="02010600030101010101" pitchFamily="2" charset="-122"/>
                        </a:rPr>
                        <a:t>nal </a:t>
                      </a:r>
                      <a:r>
                        <a:rPr sz="2000" b="1" cap="small" dirty="0">
                          <a:latin typeface="Times New Roman" panose="02020603050405020304"/>
                          <a:ea typeface="SimSun" panose="02010600030101010101" pitchFamily="2" charset="-122"/>
                        </a:rPr>
                        <a:t>Exam</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68580" indent="0">
                        <a:spcBef>
                          <a:spcPct val="0"/>
                        </a:spcBef>
                        <a:spcAft>
                          <a:spcPct val="0"/>
                        </a:spcAft>
                      </a:pPr>
                      <a:r>
                        <a:rPr sz="2000" b="0" dirty="0">
                          <a:latin typeface="Times New Roman" panose="02020603050405020304"/>
                          <a:ea typeface="SimSun" panose="02010600030101010101" pitchFamily="2" charset="-122"/>
                        </a:rPr>
                        <a:t>Date: TBA</a:t>
                      </a:r>
                    </a:p>
                    <a:p>
                      <a:pPr marL="68580" indent="0">
                        <a:spcBef>
                          <a:spcPct val="0"/>
                        </a:spcBef>
                        <a:spcAft>
                          <a:spcPct val="0"/>
                        </a:spcAft>
                      </a:pPr>
                      <a:r>
                        <a:rPr sz="2000" b="0" dirty="0">
                          <a:latin typeface="Times New Roman" panose="02020603050405020304"/>
                          <a:ea typeface="SimSun" panose="02010600030101010101" pitchFamily="2" charset="-122"/>
                        </a:rPr>
                        <a:t>Weighing: </a:t>
                      </a:r>
                      <a:r>
                        <a:rPr lang="en-GB" sz="2000" b="0" dirty="0">
                          <a:latin typeface="Times New Roman" panose="02020603050405020304"/>
                          <a:ea typeface="SimSun" panose="02010600030101010101" pitchFamily="2" charset="-122"/>
                        </a:rPr>
                        <a:t>4</a:t>
                      </a:r>
                      <a:r>
                        <a:rPr sz="2000" b="0" dirty="0">
                          <a:latin typeface="Times New Roman" panose="02020603050405020304"/>
                          <a:ea typeface="SimSun" panose="02010600030101010101" pitchFamily="2" charset="-122"/>
                        </a:rPr>
                        <a:t>0%</a:t>
                      </a:r>
                    </a:p>
                    <a:p>
                      <a:pPr marL="68580" indent="0">
                        <a:spcBef>
                          <a:spcPct val="0"/>
                        </a:spcBef>
                        <a:spcAft>
                          <a:spcPct val="0"/>
                        </a:spcAft>
                      </a:pPr>
                      <a:r>
                        <a:rPr lang="en-GB" sz="2000" dirty="0">
                          <a:latin typeface="Times New Roman" panose="02020603050405020304"/>
                          <a:ea typeface="SimSun" panose="02010600030101010101" pitchFamily="2" charset="-122"/>
                          <a:sym typeface="+mn-ea"/>
                        </a:rPr>
                        <a:t>Format: MCQs</a:t>
                      </a:r>
                      <a:endParaRPr sz="2000" b="0" dirty="0">
                        <a:latin typeface="Times New Roman" panose="02020603050405020304"/>
                        <a:ea typeface="SimSun" panose="02010600030101010101" pitchFamily="2" charset="-122"/>
                      </a:endParaRPr>
                    </a:p>
                    <a:p>
                      <a:pPr marL="68580" indent="0">
                        <a:spcBef>
                          <a:spcPct val="0"/>
                        </a:spcBef>
                        <a:spcAft>
                          <a:spcPct val="0"/>
                        </a:spcAft>
                      </a:pPr>
                      <a:r>
                        <a:rPr sz="2000" b="0" dirty="0">
                          <a:latin typeface="Times New Roman" panose="02020603050405020304"/>
                          <a:ea typeface="SimSun" panose="02010600030101010101" pitchFamily="2" charset="-122"/>
                        </a:rPr>
                        <a:t>Coverage: All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altLang="en-US">
                <a:sym typeface="+mn-ea"/>
              </a:rPr>
              <a:t>PSYC100 Course Outline</a:t>
            </a:r>
            <a:endParaRPr lang="en-GB" altLang="en-US"/>
          </a:p>
        </p:txBody>
      </p:sp>
      <p:pic>
        <p:nvPicPr>
          <p:cNvPr id="2" name="Picture 1"/>
          <p:cNvPicPr>
            <a:picLocks noChangeAspect="1"/>
          </p:cNvPicPr>
          <p:nvPr/>
        </p:nvPicPr>
        <p:blipFill>
          <a:blip r:embed="rId2"/>
          <a:stretch>
            <a:fillRect/>
          </a:stretch>
        </p:blipFill>
        <p:spPr>
          <a:xfrm>
            <a:off x="1167765" y="1586230"/>
            <a:ext cx="9205595" cy="507047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lstStyle/>
          <a:p>
            <a:pPr rtl="0"/>
            <a:r>
              <a:rPr lang="en-GB" dirty="0"/>
              <a:t>Learning Outcomes</a:t>
            </a:r>
          </a:p>
        </p:txBody>
      </p:sp>
      <p:sp>
        <p:nvSpPr>
          <p:cNvPr id="3" name="Content Placeholder 2"/>
          <p:cNvSpPr>
            <a:spLocks noGrp="1"/>
          </p:cNvSpPr>
          <p:nvPr>
            <p:ph idx="1"/>
          </p:nvPr>
        </p:nvSpPr>
        <p:spPr>
          <a:xfrm>
            <a:off x="1167493" y="2017467"/>
            <a:ext cx="9779182" cy="3366815"/>
          </a:xfrm>
        </p:spPr>
        <p:txBody>
          <a:bodyPr vert="horz" lIns="91440" tIns="45720" rIns="91440" bIns="45720" rtlCol="0" anchor="t">
            <a:normAutofit/>
          </a:bodyPr>
          <a:lstStyle/>
          <a:p>
            <a:pPr marL="457200" indent="-457200" rtl="0">
              <a:buFont typeface="Arial" panose="020B0604020202020204" pitchFamily="34" charset="0"/>
              <a:buChar char="•"/>
            </a:pPr>
            <a:r>
              <a:rPr lang="en-GB" dirty="0"/>
              <a:t>What is psychology?</a:t>
            </a:r>
          </a:p>
          <a:p>
            <a:pPr marL="457200" indent="-457200" rtl="0">
              <a:buFont typeface="Arial" panose="020B0604020202020204" pitchFamily="34" charset="0"/>
              <a:buChar char="•"/>
            </a:pPr>
            <a:r>
              <a:rPr lang="en-GB" dirty="0"/>
              <a:t>A brief history</a:t>
            </a:r>
          </a:p>
          <a:p>
            <a:pPr marL="457200" indent="-457200" rtl="0">
              <a:buFont typeface="Arial" panose="020B0604020202020204" pitchFamily="34" charset="0"/>
              <a:buChar char="•"/>
            </a:pPr>
            <a:r>
              <a:rPr lang="en-GB" dirty="0"/>
              <a:t>The relationship between psychology and other disciplines</a:t>
            </a:r>
          </a:p>
          <a:p>
            <a:pPr marL="457200" indent="-457200" rtl="0">
              <a:buFont typeface="Arial" panose="020B0604020202020204" pitchFamily="34" charset="0"/>
              <a:buChar char="•"/>
            </a:pPr>
            <a:r>
              <a:rPr lang="en-GB" dirty="0"/>
              <a:t>Main areas of psychology</a:t>
            </a:r>
          </a:p>
          <a:p>
            <a:pPr marL="457200" indent="-457200" rtl="0">
              <a:buFont typeface="Arial" panose="020B0604020202020204" pitchFamily="34" charset="0"/>
              <a:buChar char="•"/>
            </a:pPr>
            <a:r>
              <a:rPr lang="en-GB" dirty="0"/>
              <a:t>The scientific study of human behaviour</a:t>
            </a:r>
          </a:p>
          <a:p>
            <a:pPr rtl="0"/>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rmAutofit/>
          </a:bodyPr>
          <a:lstStyle/>
          <a:p>
            <a:pPr rtl="0"/>
            <a:r>
              <a:rPr lang="en-GB" dirty="0"/>
              <a:t>What is psychology?</a:t>
            </a:r>
          </a:p>
        </p:txBody>
      </p:sp>
      <p:sp>
        <p:nvSpPr>
          <p:cNvPr id="3" name="Content Placeholder 2"/>
          <p:cNvSpPr>
            <a:spLocks noGrp="1"/>
          </p:cNvSpPr>
          <p:nvPr>
            <p:ph idx="1"/>
          </p:nvPr>
        </p:nvSpPr>
        <p:spPr>
          <a:xfrm>
            <a:off x="1167493" y="2017467"/>
            <a:ext cx="9779182" cy="3537759"/>
          </a:xfrm>
        </p:spPr>
        <p:txBody>
          <a:bodyPr vert="horz" lIns="91440" tIns="45720" rIns="91440" bIns="45720" rtlCol="0">
            <a:normAutofit fontScale="92500" lnSpcReduction="10000"/>
          </a:bodyPr>
          <a:lstStyle/>
          <a:p>
            <a:r>
              <a:rPr lang="en-GB" dirty="0"/>
              <a:t>The word ‘psychology’ is derived from the Greek </a:t>
            </a:r>
            <a:r>
              <a:rPr lang="en-GB" i="1" dirty="0"/>
              <a:t>psyche</a:t>
            </a:r>
            <a:r>
              <a:rPr lang="en-GB" dirty="0"/>
              <a:t> (mind, soul or spirit) and </a:t>
            </a:r>
            <a:r>
              <a:rPr lang="en-GB" i="1" dirty="0"/>
              <a:t>logos</a:t>
            </a:r>
            <a:r>
              <a:rPr lang="en-GB" dirty="0"/>
              <a:t> (knowledge, discourse or study). Literally, then, Psychology is the ‘study of the mind’.</a:t>
            </a:r>
          </a:p>
          <a:p>
            <a:endParaRPr lang="en-GB" dirty="0"/>
          </a:p>
          <a:p>
            <a:r>
              <a:rPr lang="en-GB" dirty="0"/>
              <a:t>Psychology is the scientific study of the mind, brain, and behaviour, exploring thoughts, emotions, and actions to understand individuals and groups. It's a diverse, interdisciplinary field that uses research and experimentation to gain insights into human development, mental processes, and the factors—biological, social, and environmental—that influence how we think, feel, and behave.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rmAutofit/>
          </a:bodyPr>
          <a:lstStyle/>
          <a:p>
            <a:pPr rtl="0"/>
            <a:r>
              <a:rPr lang="en-GB" dirty="0">
                <a:latin typeface="Calibri" panose="020F0502020204030204" charset="0"/>
                <a:cs typeface="Calibri" panose="020F0502020204030204" charset="0"/>
              </a:rPr>
              <a:t>A brief history</a:t>
            </a:r>
          </a:p>
        </p:txBody>
      </p:sp>
      <p:graphicFrame>
        <p:nvGraphicFramePr>
          <p:cNvPr id="5" name="Content Placeholder 2"/>
          <p:cNvGraphicFramePr/>
          <p:nvPr/>
        </p:nvGraphicFramePr>
        <p:xfrm>
          <a:off x="1065893" y="2097721"/>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rmAutofit/>
          </a:bodyPr>
          <a:lstStyle/>
          <a:p>
            <a:pPr rtl="0"/>
            <a:r>
              <a:rPr lang="en-GB" dirty="0">
                <a:latin typeface="Calibri" panose="020F0502020204030204" charset="0"/>
                <a:cs typeface="Calibri" panose="020F0502020204030204" charset="0"/>
              </a:rPr>
              <a:t>A brief history</a:t>
            </a:r>
          </a:p>
        </p:txBody>
      </p:sp>
      <p:graphicFrame>
        <p:nvGraphicFramePr>
          <p:cNvPr id="14" name="Content Placeholder 2"/>
          <p:cNvGraphicFramePr>
            <a:graphicFrameLocks noGrp="1"/>
          </p:cNvGraphicFramePr>
          <p:nvPr>
            <p:ph idx="1"/>
          </p:nvPr>
        </p:nvGraphicFramePr>
        <p:xfrm>
          <a:off x="1167493" y="1848465"/>
          <a:ext cx="9779182" cy="4227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rmAutofit/>
          </a:bodyPr>
          <a:lstStyle/>
          <a:p>
            <a:pPr rtl="0"/>
            <a:r>
              <a:rPr lang="en-GB" dirty="0"/>
              <a:t>A brief history</a:t>
            </a:r>
          </a:p>
        </p:txBody>
      </p:sp>
      <p:graphicFrame>
        <p:nvGraphicFramePr>
          <p:cNvPr id="5" name="Content Placeholder 2"/>
          <p:cNvGraphicFramePr/>
          <p:nvPr/>
        </p:nvGraphicFramePr>
        <p:xfrm>
          <a:off x="1167493"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nchor="b">
            <a:normAutofit/>
          </a:bodyPr>
          <a:lstStyle/>
          <a:p>
            <a:pPr rtl="0"/>
            <a:r>
              <a:rPr lang="en-GB" dirty="0">
                <a:latin typeface="Calibri" panose="020F0502020204030204" charset="0"/>
                <a:cs typeface="Calibri" panose="020F0502020204030204" charset="0"/>
              </a:rPr>
              <a:t>A brief history</a:t>
            </a:r>
          </a:p>
        </p:txBody>
      </p:sp>
      <p:graphicFrame>
        <p:nvGraphicFramePr>
          <p:cNvPr id="18" name="Content Placeholder 2"/>
          <p:cNvGraphicFramePr/>
          <p:nvPr/>
        </p:nvGraphicFramePr>
        <p:xfrm>
          <a:off x="1167493" y="2087561"/>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2"/>
          <a:stretch>
            <a:fillRect/>
          </a:stretch>
        </p:blipFill>
        <p:spPr>
          <a:xfrm>
            <a:off x="1465580" y="1706245"/>
            <a:ext cx="9481185" cy="337121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779183" cy="1325563"/>
          </a:xfrm>
        </p:spPr>
        <p:txBody>
          <a:bodyPr anchor="b">
            <a:normAutofit/>
          </a:bodyPr>
          <a:lstStyle/>
          <a:p>
            <a:pPr algn="ctr"/>
            <a:r>
              <a:rPr lang="en-GB" dirty="0">
                <a:latin typeface="Calibri" panose="020F0502020204030204" charset="0"/>
                <a:cs typeface="Calibri" panose="020F0502020204030204" charset="0"/>
              </a:rPr>
              <a:t>Main areas of psychology</a:t>
            </a:r>
          </a:p>
        </p:txBody>
      </p:sp>
      <p:pic>
        <p:nvPicPr>
          <p:cNvPr id="3" name="Picture 2"/>
          <p:cNvPicPr/>
          <p:nvPr/>
        </p:nvPicPr>
        <p:blipFill>
          <a:blip r:embed="rId2"/>
          <a:stretch>
            <a:fillRect/>
          </a:stretch>
        </p:blipFill>
        <p:spPr>
          <a:xfrm>
            <a:off x="1124586" y="1532890"/>
            <a:ext cx="8096249" cy="428625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1254125"/>
            <a:ext cx="11630660" cy="1325880"/>
          </a:xfrm>
        </p:spPr>
        <p:txBody>
          <a:bodyPr anchor="b">
            <a:noAutofit/>
          </a:bodyPr>
          <a:lstStyle/>
          <a:p>
            <a:pPr algn="ctr"/>
            <a:r>
              <a:rPr lang="en-GB" dirty="0">
                <a:latin typeface="Calibri" panose="020F0502020204030204" charset="0"/>
                <a:cs typeface="Calibri" panose="020F0502020204030204" charset="0"/>
              </a:rPr>
              <a:t>The relationship between psychology and other disciplines</a:t>
            </a:r>
            <a:br>
              <a:rPr lang="en-GB" dirty="0">
                <a:latin typeface="Calibri" panose="020F0502020204030204" charset="0"/>
                <a:cs typeface="Calibri" panose="020F0502020204030204" charset="0"/>
              </a:rPr>
            </a:br>
            <a:endParaRPr lang="en-GB" dirty="0">
              <a:latin typeface="Calibri" panose="020F0502020204030204" charset="0"/>
              <a:cs typeface="Calibri" panose="020F0502020204030204" charset="0"/>
            </a:endParaRPr>
          </a:p>
        </p:txBody>
      </p:sp>
      <p:pic>
        <p:nvPicPr>
          <p:cNvPr id="8" name="Picture 7"/>
          <p:cNvPicPr>
            <a:picLocks noChangeAspect="1"/>
          </p:cNvPicPr>
          <p:nvPr/>
        </p:nvPicPr>
        <p:blipFill>
          <a:blip r:embed="rId2"/>
          <a:stretch>
            <a:fillRect/>
          </a:stretch>
        </p:blipFill>
        <p:spPr>
          <a:xfrm>
            <a:off x="1788795" y="1749425"/>
            <a:ext cx="7867650" cy="451104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85" y="381000"/>
            <a:ext cx="10946765" cy="1325880"/>
          </a:xfrm>
        </p:spPr>
        <p:txBody>
          <a:bodyPr/>
          <a:lstStyle/>
          <a:p>
            <a:pPr algn="ctr"/>
            <a:r>
              <a:rPr lang="en-GB" dirty="0"/>
              <a:t>Does psychology have deep connections with other fields?</a:t>
            </a:r>
          </a:p>
        </p:txBody>
      </p:sp>
      <p:sp>
        <p:nvSpPr>
          <p:cNvPr id="3" name="Content Placeholder 2"/>
          <p:cNvSpPr>
            <a:spLocks noGrp="1"/>
          </p:cNvSpPr>
          <p:nvPr>
            <p:ph idx="1"/>
          </p:nvPr>
        </p:nvSpPr>
        <p:spPr>
          <a:xfrm>
            <a:off x="471948" y="1706952"/>
            <a:ext cx="10474727" cy="3366815"/>
          </a:xfrm>
        </p:spPr>
        <p:txBody>
          <a:bodyPr/>
          <a:lstStyle/>
          <a:p>
            <a:r>
              <a:rPr lang="en-GB" dirty="0"/>
              <a:t>Computer engineering</a:t>
            </a:r>
          </a:p>
          <a:p>
            <a:r>
              <a:rPr lang="en-GB" dirty="0"/>
              <a:t>Software engineering</a:t>
            </a:r>
          </a:p>
          <a:p>
            <a:r>
              <a:rPr lang="en-GB" dirty="0"/>
              <a:t>Industrial engineering</a:t>
            </a:r>
          </a:p>
          <a:p>
            <a:r>
              <a:rPr lang="en-GB" dirty="0"/>
              <a:t>Mechanical engineering</a:t>
            </a:r>
          </a:p>
          <a:p>
            <a:r>
              <a:rPr lang="en-GB" dirty="0"/>
              <a:t>Civil engineering</a:t>
            </a:r>
          </a:p>
          <a:p>
            <a:r>
              <a:rPr lang="en-GB" dirty="0"/>
              <a:t>Electrical &amp; Electronic engineering</a:t>
            </a:r>
          </a:p>
          <a:p>
            <a:r>
              <a:rPr lang="en-GB" dirty="0"/>
              <a:t>Chemical engineering</a:t>
            </a:r>
          </a:p>
          <a:p>
            <a:r>
              <a:rPr lang="en-GB" dirty="0"/>
              <a:t>Aerospace engineering</a:t>
            </a:r>
          </a:p>
          <a:p>
            <a:r>
              <a:rPr lang="en-GB" dirty="0"/>
              <a:t>Also Business Administration, Economics, Political Science, </a:t>
            </a:r>
            <a:r>
              <a:rPr lang="en-GB" dirty="0" smtClean="0"/>
              <a:t>EFL</a:t>
            </a:r>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67492" y="381000"/>
            <a:ext cx="9779183" cy="814057"/>
          </a:xfrm>
        </p:spPr>
        <p:txBody>
          <a:bodyPr/>
          <a:lstStyle/>
          <a:p>
            <a:r>
              <a:rPr lang="en-GB" altLang="en-US" dirty="0"/>
              <a:t>Some examples</a:t>
            </a:r>
          </a:p>
        </p:txBody>
      </p:sp>
      <p:sp>
        <p:nvSpPr>
          <p:cNvPr id="8" name="Content Placeholder 7"/>
          <p:cNvSpPr>
            <a:spLocks noGrp="1"/>
          </p:cNvSpPr>
          <p:nvPr>
            <p:ph idx="1"/>
          </p:nvPr>
        </p:nvSpPr>
        <p:spPr>
          <a:xfrm>
            <a:off x="259370" y="1275011"/>
            <a:ext cx="11395710" cy="3366770"/>
          </a:xfrm>
        </p:spPr>
        <p:txBody>
          <a:bodyPr/>
          <a:lstStyle/>
          <a:p>
            <a:r>
              <a:rPr lang="en-GB" altLang="en-US" sz="2400" b="1" dirty="0"/>
              <a:t>Mechanical engineering:</a:t>
            </a:r>
            <a:r>
              <a:rPr lang="en-GB" altLang="en-US" sz="2400" dirty="0"/>
              <a:t> understanding human error and stress when designing systems.</a:t>
            </a:r>
          </a:p>
          <a:p>
            <a:r>
              <a:rPr lang="en-GB" altLang="en-US" sz="2400" b="1" dirty="0"/>
              <a:t>Civil engineering:</a:t>
            </a:r>
            <a:r>
              <a:rPr lang="en-GB" altLang="en-US" sz="2400" dirty="0"/>
              <a:t> how buildings, cities affect mental health and behaviour.</a:t>
            </a:r>
          </a:p>
          <a:p>
            <a:r>
              <a:rPr lang="en-GB" altLang="en-US" sz="2400" b="1" dirty="0"/>
              <a:t>Electrical &amp; Electronic engineering</a:t>
            </a:r>
            <a:r>
              <a:rPr lang="en-GB" altLang="en-US" sz="2400" dirty="0"/>
              <a:t>: designing devices that monitor stress, mood or cognitive performance.</a:t>
            </a:r>
          </a:p>
          <a:p>
            <a:r>
              <a:rPr lang="en-GB" altLang="en-US" sz="2400" b="1" dirty="0"/>
              <a:t>Chemical engineering</a:t>
            </a:r>
            <a:r>
              <a:rPr lang="en-GB" altLang="en-US" sz="2400" dirty="0"/>
              <a:t>: working with neuropsychologists to develop drugs that affect the brain.</a:t>
            </a:r>
          </a:p>
          <a:p>
            <a:r>
              <a:rPr lang="en-GB" altLang="en-US" sz="2400" b="1" dirty="0"/>
              <a:t>Aerospace engineering</a:t>
            </a:r>
            <a:r>
              <a:rPr lang="en-GB" altLang="en-US" sz="2400" dirty="0"/>
              <a:t>: aviation psychology, studying pilot cognition, fatigue and decision-making.</a:t>
            </a:r>
          </a:p>
          <a:p>
            <a:r>
              <a:rPr lang="en-GB" altLang="en-US" sz="2400" b="1" dirty="0"/>
              <a:t>Computer engineering: </a:t>
            </a:r>
            <a:r>
              <a:rPr lang="en-GB" altLang="en-US" sz="2400" dirty="0"/>
              <a:t>HCI, user experience, cybersecurity, AI</a:t>
            </a:r>
            <a:r>
              <a:rPr lang="en-GB" altLang="en-US" sz="2400" dirty="0" smtClean="0"/>
              <a:t>.</a:t>
            </a:r>
          </a:p>
          <a:p>
            <a:r>
              <a:rPr lang="en-GB" altLang="en-US" sz="2400" b="1" dirty="0" smtClean="0"/>
              <a:t>EFL: </a:t>
            </a:r>
            <a:r>
              <a:rPr lang="en-US" sz="2400" dirty="0"/>
              <a:t>effective language teaching and learning involve understanding cognitive, emotional, social, and motivational processes</a:t>
            </a:r>
            <a:r>
              <a:rPr lang="en-US" sz="2400" dirty="0" smtClean="0"/>
              <a:t>.</a:t>
            </a:r>
          </a:p>
          <a:p>
            <a:r>
              <a:rPr lang="en-US" sz="2400" b="1" dirty="0" smtClean="0"/>
              <a:t>PSIR: </a:t>
            </a:r>
            <a:r>
              <a:rPr lang="en-US" sz="2400" dirty="0"/>
              <a:t>human behavior, cognition, and emotions underpin political and international dynamics</a:t>
            </a:r>
          </a:p>
          <a:p>
            <a:endParaRPr lang="en-US" sz="2400" dirty="0"/>
          </a:p>
          <a:p>
            <a:endParaRPr lang="en-GB"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352" y="467196"/>
            <a:ext cx="9779183" cy="1325563"/>
          </a:xfrm>
        </p:spPr>
        <p:txBody>
          <a:bodyPr anchor="b">
            <a:normAutofit/>
          </a:bodyPr>
          <a:lstStyle/>
          <a:p>
            <a:pPr algn="ctr"/>
            <a:r>
              <a:rPr lang="en-GB" sz="4400" dirty="0"/>
              <a:t>The scientific study of human behaviour</a:t>
            </a:r>
          </a:p>
        </p:txBody>
      </p:sp>
      <p:sp>
        <p:nvSpPr>
          <p:cNvPr id="3" name="Text Placeholder 2"/>
          <p:cNvSpPr>
            <a:spLocks noGrp="1"/>
          </p:cNvSpPr>
          <p:nvPr>
            <p:ph idx="1"/>
          </p:nvPr>
        </p:nvSpPr>
        <p:spPr>
          <a:xfrm>
            <a:off x="649605" y="2097405"/>
            <a:ext cx="10928350" cy="4098290"/>
          </a:xfrm>
        </p:spPr>
        <p:txBody>
          <a:bodyPr>
            <a:normAutofit fontScale="92500" lnSpcReduction="20000"/>
          </a:bodyPr>
          <a:lstStyle/>
          <a:p>
            <a:r>
              <a:rPr lang="en-GB" sz="3200" b="1" dirty="0"/>
              <a:t>Wilhelm Wundt </a:t>
            </a:r>
            <a:r>
              <a:rPr lang="en-GB" sz="3200" dirty="0"/>
              <a:t>- </a:t>
            </a:r>
            <a:r>
              <a:rPr lang="en-GB" dirty="0"/>
              <a:t>the founder of the new science of Experimental Psychology; used introspection (</a:t>
            </a:r>
            <a:r>
              <a:rPr lang="en-US" altLang="en-GB" dirty="0"/>
              <a:t> </a:t>
            </a:r>
            <a:r>
              <a:rPr lang="tr-TR" altLang="en-GB" dirty="0" err="1" smtClean="0"/>
              <a:t>looking</a:t>
            </a:r>
            <a:r>
              <a:rPr lang="tr-TR" altLang="en-GB" dirty="0" smtClean="0"/>
              <a:t> inside</a:t>
            </a:r>
            <a:r>
              <a:rPr lang="en-GB" altLang="en-US" dirty="0" smtClean="0"/>
              <a:t>)</a:t>
            </a:r>
            <a:r>
              <a:rPr lang="en-GB" dirty="0" smtClean="0"/>
              <a:t>; </a:t>
            </a:r>
            <a:r>
              <a:rPr lang="en-GB" dirty="0"/>
              <a:t>structuralism (structure of the mind)</a:t>
            </a:r>
            <a:endParaRPr lang="en-GB" sz="3200" dirty="0"/>
          </a:p>
          <a:p>
            <a:r>
              <a:rPr lang="en-GB" sz="3200" b="1" dirty="0"/>
              <a:t>William James </a:t>
            </a:r>
            <a:r>
              <a:rPr lang="en-GB" sz="3200" dirty="0"/>
              <a:t>– </a:t>
            </a:r>
            <a:r>
              <a:rPr lang="en-GB" dirty="0"/>
              <a:t>functionalism (function of the mind); individual differences</a:t>
            </a:r>
          </a:p>
          <a:p>
            <a:r>
              <a:rPr lang="en-GB" sz="3200" b="1" dirty="0"/>
              <a:t>John Watson </a:t>
            </a:r>
            <a:r>
              <a:rPr lang="en-GB" sz="3200" dirty="0"/>
              <a:t>– </a:t>
            </a:r>
            <a:r>
              <a:rPr lang="en-GB" dirty="0"/>
              <a:t>critical of introspection; behaviourism, influenced by Pavlov; Little Albert experiment</a:t>
            </a:r>
            <a:endParaRPr lang="en-GB" sz="3200" dirty="0"/>
          </a:p>
          <a:p>
            <a:r>
              <a:rPr lang="en-GB" sz="3200" b="1" dirty="0"/>
              <a:t>McCarthy, </a:t>
            </a:r>
            <a:r>
              <a:rPr lang="en-GB" sz="3200" b="1" dirty="0" err="1"/>
              <a:t>Chompsky</a:t>
            </a:r>
            <a:r>
              <a:rPr lang="en-GB" sz="3200" b="1" dirty="0"/>
              <a:t> and Miller </a:t>
            </a:r>
            <a:r>
              <a:rPr lang="en-GB" sz="3200" dirty="0"/>
              <a:t>– </a:t>
            </a:r>
            <a:r>
              <a:rPr lang="en-GB" dirty="0"/>
              <a:t>cognitive revolution; various academics met to discuss the possibility of producing computer programs that could ‘behave’ or ‘think’ intelligently. These academics included McCarthy (generally attributed with having coined the term ‘artificial intelligence’), Chomsky and Miller.</a:t>
            </a:r>
            <a:endParaRPr lang="en-GB" sz="3200" dirty="0"/>
          </a:p>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rmAutofit/>
          </a:bodyPr>
          <a:lstStyle/>
          <a:p>
            <a:r>
              <a:rPr lang="en-GB" dirty="0"/>
              <a:t>Major features of a science</a:t>
            </a:r>
          </a:p>
        </p:txBody>
      </p:sp>
      <p:pic>
        <p:nvPicPr>
          <p:cNvPr id="8" name="Content Placeholder 7" descr="A diagram of a scientific method&#10;&#10;AI-generated content may be incorrect."/>
          <p:cNvPicPr>
            <a:picLocks noGrp="1" noChangeAspect="1"/>
          </p:cNvPicPr>
          <p:nvPr>
            <p:ph idx="1"/>
          </p:nvPr>
        </p:nvPicPr>
        <p:blipFill>
          <a:blip r:embed="rId2"/>
          <a:stretch>
            <a:fillRect/>
          </a:stretch>
        </p:blipFill>
        <p:spPr>
          <a:xfrm>
            <a:off x="1288027" y="2017467"/>
            <a:ext cx="5669680" cy="4265346"/>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720" y="419735"/>
            <a:ext cx="10450195" cy="1325880"/>
          </a:xfrm>
        </p:spPr>
        <p:txBody>
          <a:bodyPr/>
          <a:lstStyle/>
          <a:p>
            <a:pPr algn="ctr"/>
            <a:r>
              <a:rPr lang="en-GB" dirty="0"/>
              <a:t>What makes psychology a science?</a:t>
            </a:r>
          </a:p>
        </p:txBody>
      </p:sp>
      <p:sp>
        <p:nvSpPr>
          <p:cNvPr id="3" name="Content Placeholder 2"/>
          <p:cNvSpPr>
            <a:spLocks noGrp="1"/>
          </p:cNvSpPr>
          <p:nvPr>
            <p:ph idx="1"/>
          </p:nvPr>
        </p:nvSpPr>
        <p:spPr>
          <a:xfrm>
            <a:off x="909320" y="1745615"/>
            <a:ext cx="10684510" cy="3366770"/>
          </a:xfrm>
        </p:spPr>
        <p:txBody>
          <a:bodyPr/>
          <a:lstStyle/>
          <a:p>
            <a:pPr marL="514350" indent="-514350">
              <a:buAutoNum type="arabicPeriod"/>
            </a:pPr>
            <a:r>
              <a:rPr lang="en-GB" dirty="0"/>
              <a:t>Empirical evidence (observable, measurable data collection).</a:t>
            </a:r>
          </a:p>
          <a:p>
            <a:pPr marL="514350" indent="-514350">
              <a:buAutoNum type="arabicPeriod"/>
            </a:pPr>
            <a:r>
              <a:rPr lang="en-GB" dirty="0"/>
              <a:t>Scientific method (hypothesis testing, analysing results, drawing conclusions).</a:t>
            </a:r>
          </a:p>
          <a:p>
            <a:pPr marL="514350" indent="-514350">
              <a:buAutoNum type="arabicPeriod"/>
            </a:pPr>
            <a:r>
              <a:rPr lang="en-GB" dirty="0"/>
              <a:t>Theories and models (psychology develops testable theories i.e. cognitive dissonance, attachment theory).</a:t>
            </a:r>
          </a:p>
          <a:p>
            <a:pPr marL="514350" indent="-514350">
              <a:buAutoNum type="arabicPeriod"/>
            </a:pPr>
            <a:r>
              <a:rPr lang="en-GB" dirty="0"/>
              <a:t>Experimentation (studies cause-effect relationships).</a:t>
            </a:r>
          </a:p>
          <a:p>
            <a:pPr marL="514350" indent="-514350">
              <a:buAutoNum type="arabicPeriod"/>
            </a:pPr>
            <a:r>
              <a:rPr lang="en-GB" dirty="0"/>
              <a:t>Quantitative and qualitative methods </a:t>
            </a:r>
          </a:p>
          <a:p>
            <a:pPr marL="514350" indent="-514350">
              <a:buAutoNum type="arabicPeriod"/>
            </a:pPr>
            <a:r>
              <a:rPr lang="en-GB" dirty="0"/>
              <a:t>Falsifiability (theories can be tested and disproven)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rmAutofit/>
          </a:bodyPr>
          <a:lstStyle/>
          <a:p>
            <a:pPr algn="ctr"/>
            <a:r>
              <a:rPr lang="en-GB" sz="4400" dirty="0"/>
              <a:t>The scientific study of human behaviour</a:t>
            </a:r>
          </a:p>
        </p:txBody>
      </p:sp>
      <p:sp>
        <p:nvSpPr>
          <p:cNvPr id="3" name="Text Placeholder 2"/>
          <p:cNvSpPr>
            <a:spLocks noGrp="1"/>
          </p:cNvSpPr>
          <p:nvPr>
            <p:ph idx="1"/>
          </p:nvPr>
        </p:nvSpPr>
        <p:spPr>
          <a:xfrm>
            <a:off x="344170" y="2017395"/>
            <a:ext cx="11214100" cy="4459605"/>
          </a:xfrm>
        </p:spPr>
        <p:txBody>
          <a:bodyPr>
            <a:normAutofit fontScale="70000" lnSpcReduction="20000"/>
          </a:bodyPr>
          <a:lstStyle/>
          <a:p>
            <a:pPr marL="457200" indent="-457200">
              <a:buFont typeface="Arial" panose="020B0604020202020204" pitchFamily="34" charset="0"/>
              <a:buChar char="•"/>
            </a:pPr>
            <a:r>
              <a:rPr lang="en-GB" sz="3200" b="1" dirty="0"/>
              <a:t>The social nature of science: the problem of objectivity </a:t>
            </a:r>
            <a:r>
              <a:rPr lang="en-GB" sz="3200" dirty="0"/>
              <a:t>- </a:t>
            </a:r>
            <a:r>
              <a:rPr lang="en-GB" dirty="0"/>
              <a:t>Psychologists are part of their own subject matter, which makes it even more difficult for them to be objective than other scientists.</a:t>
            </a:r>
            <a:endParaRPr lang="en-GB" sz="3200" dirty="0"/>
          </a:p>
          <a:p>
            <a:pPr marL="457200" indent="-457200">
              <a:buFont typeface="Arial" panose="020B0604020202020204" pitchFamily="34" charset="0"/>
              <a:buChar char="•"/>
            </a:pPr>
            <a:r>
              <a:rPr lang="en-GB" sz="3200" b="1" dirty="0"/>
              <a:t>The Psychology experiment as a social situation</a:t>
            </a:r>
            <a:r>
              <a:rPr lang="en-GB" sz="3200" dirty="0"/>
              <a:t> </a:t>
            </a:r>
          </a:p>
          <a:p>
            <a:pPr marL="914400" lvl="1" indent="-457200">
              <a:buFont typeface="Arial" panose="020B0604020202020204" pitchFamily="34" charset="0"/>
              <a:buChar char="•"/>
            </a:pPr>
            <a:r>
              <a:rPr lang="en-GB" sz="2800" dirty="0"/>
              <a:t>Experimenter bias - expectations</a:t>
            </a:r>
          </a:p>
          <a:p>
            <a:pPr marL="914400" lvl="1" indent="-457200">
              <a:buFont typeface="Arial" panose="020B0604020202020204" pitchFamily="34" charset="0"/>
              <a:buChar char="•"/>
            </a:pPr>
            <a:r>
              <a:rPr lang="en-GB" sz="2800" dirty="0"/>
              <a:t>Demand characteristics – interpretation </a:t>
            </a:r>
            <a:r>
              <a:rPr lang="tr-TR" sz="2800" dirty="0" smtClean="0"/>
              <a:t>o</a:t>
            </a:r>
            <a:r>
              <a:rPr lang="en-GB" sz="2800" dirty="0" smtClean="0"/>
              <a:t>f </a:t>
            </a:r>
            <a:r>
              <a:rPr lang="en-GB" sz="2800" dirty="0"/>
              <a:t>experiment’s purpose</a:t>
            </a:r>
          </a:p>
          <a:p>
            <a:pPr marL="457200" indent="-457200">
              <a:buFont typeface="Arial" panose="020B0604020202020204" pitchFamily="34" charset="0"/>
              <a:buChar char="•"/>
            </a:pPr>
            <a:r>
              <a:rPr lang="en-GB" sz="3200" b="1" dirty="0"/>
              <a:t>The problem of representativeness</a:t>
            </a:r>
          </a:p>
          <a:p>
            <a:pPr marL="914400" lvl="1" indent="-457200">
              <a:buFont typeface="Arial" panose="020B0604020202020204" pitchFamily="34" charset="0"/>
              <a:buChar char="•"/>
            </a:pPr>
            <a:r>
              <a:rPr lang="en-GB" sz="2800" dirty="0"/>
              <a:t>Culture?</a:t>
            </a:r>
          </a:p>
          <a:p>
            <a:pPr marL="457200" indent="-457200">
              <a:buFont typeface="Arial" panose="020B0604020202020204" pitchFamily="34" charset="0"/>
              <a:buChar char="•"/>
            </a:pPr>
            <a:r>
              <a:rPr lang="en-GB" sz="3200" b="1" dirty="0"/>
              <a:t>The problem of artificiality</a:t>
            </a:r>
          </a:p>
          <a:p>
            <a:pPr marL="914400" lvl="1" indent="-457200">
              <a:buFont typeface="Arial" panose="020B0604020202020204" pitchFamily="34" charset="0"/>
              <a:buChar char="•"/>
            </a:pPr>
            <a:r>
              <a:rPr lang="en-GB" sz="2900" dirty="0"/>
              <a:t>Generalizability?</a:t>
            </a:r>
          </a:p>
          <a:p>
            <a:pPr marL="457200" indent="-457200">
              <a:buFont typeface="Arial" panose="020B0604020202020204" pitchFamily="34" charset="0"/>
              <a:buChar char="•"/>
            </a:pPr>
            <a:r>
              <a:rPr lang="en-GB" sz="3200" b="1" dirty="0"/>
              <a:t>The problem of internal vs external validity</a:t>
            </a:r>
          </a:p>
          <a:p>
            <a:pPr marL="914400" lvl="1" indent="-457200">
              <a:buFont typeface="Arial" panose="020B0604020202020204" pitchFamily="34" charset="0"/>
              <a:buChar char="•"/>
            </a:pPr>
            <a:r>
              <a:rPr lang="en-GB" sz="2800" dirty="0"/>
              <a:t>High internal validity means that the observed effects are due to the manipulation of the IV.</a:t>
            </a:r>
          </a:p>
          <a:p>
            <a:pPr marL="914400" lvl="1" indent="-457200">
              <a:buFont typeface="Arial" panose="020B0604020202020204" pitchFamily="34" charset="0"/>
              <a:buChar char="•"/>
            </a:pPr>
            <a:r>
              <a:rPr lang="en-GB" sz="2800" dirty="0"/>
              <a:t>High external validity means results can be generalised to other settings, populations, or times.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045" y="2451535"/>
            <a:ext cx="8412079" cy="2810460"/>
          </a:xfrm>
        </p:spPr>
        <p:txBody>
          <a:bodyPr rtlCol="0">
            <a:normAutofit fontScale="90000"/>
          </a:bodyPr>
          <a:lstStyle/>
          <a:p>
            <a:r>
              <a:rPr lang="en-GB" sz="4400" dirty="0"/>
              <a:t>Psychology, as a science, seeks to explain the complexities of the human mind through rigorous observation and experimentation. </a:t>
            </a:r>
            <a:br>
              <a:rPr lang="en-GB" sz="4400" dirty="0"/>
            </a:br>
            <a:endParaRPr lang="en-GB" sz="4400" dirty="0"/>
          </a:p>
        </p:txBody>
      </p:sp>
      <p:sp>
        <p:nvSpPr>
          <p:cNvPr id="13" name="Text Placeholder 5"/>
          <p:cNvSpPr>
            <a:spLocks noGrp="1"/>
          </p:cNvSpPr>
          <p:nvPr>
            <p:ph type="body" sz="quarter" idx="13"/>
          </p:nvPr>
        </p:nvSpPr>
        <p:spPr>
          <a:xfrm>
            <a:off x="1502619" y="543354"/>
            <a:ext cx="1364297" cy="1094521"/>
          </a:xfrm>
        </p:spPr>
        <p:txBody>
          <a:bodyPr rtlCol="0"/>
          <a:lstStyle/>
          <a:p>
            <a:pPr rtl="0"/>
            <a:r>
              <a:rPr lang="en-GB" dirty="0"/>
              <a:t>“</a:t>
            </a:r>
          </a:p>
        </p:txBody>
      </p:sp>
      <p:sp>
        <p:nvSpPr>
          <p:cNvPr id="7" name="Text Placeholder 6"/>
          <p:cNvSpPr>
            <a:spLocks noGrp="1"/>
          </p:cNvSpPr>
          <p:nvPr>
            <p:ph type="body" sz="quarter" idx="14"/>
          </p:nvPr>
        </p:nvSpPr>
        <p:spPr>
          <a:xfrm>
            <a:off x="5990590" y="5334796"/>
            <a:ext cx="3511550" cy="679450"/>
          </a:xfrm>
        </p:spPr>
        <p:txBody>
          <a:bodyPr rtlCol="0"/>
          <a:lstStyle/>
          <a:p>
            <a:r>
              <a:rPr lang="en-GB" dirty="0"/>
              <a:t>Carl Gustav Jung</a:t>
            </a:r>
          </a:p>
        </p:txBody>
      </p:sp>
      <p:sp>
        <p:nvSpPr>
          <p:cNvPr id="14" name="Text Placeholder 7"/>
          <p:cNvSpPr>
            <a:spLocks noGrp="1"/>
          </p:cNvSpPr>
          <p:nvPr>
            <p:ph type="body" sz="quarter" idx="15"/>
          </p:nvPr>
        </p:nvSpPr>
        <p:spPr>
          <a:xfrm>
            <a:off x="9420876" y="3426615"/>
            <a:ext cx="1364297" cy="1094521"/>
          </a:xfrm>
        </p:spPr>
        <p:txBody>
          <a:bodyPr rtlCol="0"/>
          <a:lstStyle/>
          <a:p>
            <a:pPr rtl="0"/>
            <a:r>
              <a:rPr lang="en-GB"/>
              <a:t>”</a:t>
            </a:r>
          </a:p>
        </p:txBody>
      </p:sp>
      <p:sp>
        <p:nvSpPr>
          <p:cNvPr id="5" name="Slide Number Placeholder 4"/>
          <p:cNvSpPr>
            <a:spLocks noGrp="1"/>
          </p:cNvSpPr>
          <p:nvPr>
            <p:ph type="sldNum" sz="quarter" idx="12"/>
          </p:nvPr>
        </p:nvSpPr>
        <p:spPr/>
        <p:txBody>
          <a:bodyPr rtlCol="0"/>
          <a:lstStyle/>
          <a:p>
            <a:pPr rtl="0"/>
            <a:fld id="{294A09A9-5501-47C1-A89A-A340965A2BE2}" type="slidenum">
              <a:rPr lang="en-GB" smtClean="0"/>
              <a:t>19</a:t>
            </a:fld>
            <a:endParaRPr lang="en-GB"/>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rtlCol="0"/>
          <a:lstStyle/>
          <a:p>
            <a:pPr rtl="0"/>
            <a:r>
              <a:rPr lang="en-GB"/>
              <a:t>Summary </a:t>
            </a:r>
          </a:p>
        </p:txBody>
      </p:sp>
      <p:sp>
        <p:nvSpPr>
          <p:cNvPr id="3" name="Content Placeholder 2"/>
          <p:cNvSpPr>
            <a:spLocks noGrp="1"/>
          </p:cNvSpPr>
          <p:nvPr>
            <p:ph type="body" idx="1"/>
          </p:nvPr>
        </p:nvSpPr>
        <p:spPr>
          <a:xfrm>
            <a:off x="1039673" y="2313215"/>
            <a:ext cx="9779183" cy="4408260"/>
          </a:xfrm>
        </p:spPr>
        <p:txBody>
          <a:bodyPr vert="horz" lIns="91440" tIns="45720" rIns="91440" bIns="45720" rtlCol="0" anchor="t">
            <a:noAutofit/>
          </a:bodyPr>
          <a:lstStyle/>
          <a:p>
            <a:pPr marL="342900" indent="-342900" rtl="0">
              <a:buFont typeface="Arial" panose="020B0604020202020204" pitchFamily="34" charset="0"/>
              <a:buChar char="•"/>
            </a:pPr>
            <a:r>
              <a:rPr lang="en-GB" sz="2800" dirty="0">
                <a:latin typeface="Calibri" panose="020F0502020204030204" charset="0"/>
                <a:cs typeface="Calibri" panose="020F0502020204030204" charset="0"/>
              </a:rPr>
              <a:t>While Psychology sometimes faces challenges, like the complexity of human behaviour or ethical limits on experimentation, its commitment to evidence-based methods aligns it with other sciences like biology or physics. </a:t>
            </a:r>
          </a:p>
          <a:p>
            <a:pPr marL="342900" indent="-342900" rtl="0">
              <a:buFont typeface="Arial" panose="020B0604020202020204" pitchFamily="34" charset="0"/>
              <a:buChar char="•"/>
            </a:pPr>
            <a:r>
              <a:rPr lang="en-GB" sz="2800" dirty="0">
                <a:latin typeface="Calibri" panose="020F0502020204030204" charset="0"/>
                <a:cs typeface="Calibri" panose="020F0502020204030204" charset="0"/>
              </a:rPr>
              <a:t>Recognizing and actively addressing the limitations are crucial for maintaining the scientific rigor and validity of psychological research. </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01*262"/>
  <p:tag name="TABLE_ENDDRAG_RECT" val="98*145*801*262"/>
</p:tagLst>
</file>

<file path=ppt/theme/theme1.xml><?xml version="1.0" encoding="utf-8"?>
<a:theme xmlns:a="http://schemas.openxmlformats.org/drawingml/2006/main" name="Office Them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15295-94F6-4CE2-A1B1-6B7E1DAA5AD6}">
  <ds:schemaRefs/>
</ds:datastoreItem>
</file>

<file path=customXml/itemProps2.xml><?xml version="1.0" encoding="utf-8"?>
<ds:datastoreItem xmlns:ds="http://schemas.openxmlformats.org/officeDocument/2006/customXml" ds:itemID="{4D5BAB77-79E1-4739-AA51-10C9079186D6}">
  <ds:schemaRefs>
    <ds:schemaRef ds:uri="http://purl.org/dc/terms/"/>
    <ds:schemaRef ds:uri="http://purl.org/dc/dcmitype/"/>
    <ds:schemaRef ds:uri="http://schemas.microsoft.com/office/2006/metadata/properties"/>
    <ds:schemaRef ds:uri="http://schemas.microsoft.com/office/infopath/2007/PartnerControls"/>
    <ds:schemaRef ds:uri="16c05727-aa75-4e4a-9b5f-8a80a1165891"/>
    <ds:schemaRef ds:uri="http://schemas.microsoft.com/office/2006/documentManagement/types"/>
    <ds:schemaRef ds:uri="http://schemas.openxmlformats.org/package/2006/metadata/core-properties"/>
    <ds:schemaRef ds:uri="71af3243-3dd4-4a8d-8c0d-dd76da1f02a5"/>
    <ds:schemaRef ds:uri="230e9df3-be65-4c73-a93b-d1236ebd677e"/>
    <ds:schemaRef ds:uri="http://schemas.microsoft.com/sharepoint/v3"/>
    <ds:schemaRef ds:uri="http://www.w3.org/XML/1998/namespace"/>
    <ds:schemaRef ds:uri="http://purl.org/dc/elements/1.1/"/>
  </ds:schemaRefs>
</ds:datastoreItem>
</file>

<file path=customXml/itemProps3.xml><?xml version="1.0" encoding="utf-8"?>
<ds:datastoreItem xmlns:ds="http://schemas.openxmlformats.org/officeDocument/2006/customXml" ds:itemID="{85334180-0405-413B-834A-44FA9E05ADB7}">
  <ds:schemaRefs/>
</ds:datastoreItem>
</file>

<file path=docProps/app.xml><?xml version="1.0" encoding="utf-8"?>
<Properties xmlns="http://schemas.openxmlformats.org/officeDocument/2006/extended-properties" xmlns:vt="http://schemas.openxmlformats.org/officeDocument/2006/docPropsVTypes">
  <Template>{541AF1E9-057D-482F-AB3C-89DC16441E0D}tf45331398_win32</Template>
  <TotalTime>12</TotalTime>
  <Words>1156</Words>
  <Application>Microsoft Office PowerPoint</Application>
  <PresentationFormat>Widescreen</PresentationFormat>
  <Paragraphs>116</Paragraphs>
  <Slides>20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SimSun</vt:lpstr>
      <vt:lpstr>Arial</vt:lpstr>
      <vt:lpstr>Calibri</vt:lpstr>
      <vt:lpstr>Tenorite</vt:lpstr>
      <vt:lpstr>Times New Roman</vt:lpstr>
      <vt:lpstr>Office Theme</vt:lpstr>
      <vt:lpstr>PSYC100 GENERAL PSYCHOLOGY  WHAT IS PSYCHOLOGY? PSYCHOLOGY AS A SCIENCE</vt:lpstr>
      <vt:lpstr>PSYC100 Course Outline</vt:lpstr>
      <vt:lpstr>PSYC100 Course Outline</vt:lpstr>
      <vt:lpstr>Learning Outcomes</vt:lpstr>
      <vt:lpstr>What is psychology?</vt:lpstr>
      <vt:lpstr>A brief history</vt:lpstr>
      <vt:lpstr>A brief history</vt:lpstr>
      <vt:lpstr>A brief history</vt:lpstr>
      <vt:lpstr>A brief history</vt:lpstr>
      <vt:lpstr>PowerPoint Presentation</vt:lpstr>
      <vt:lpstr>Main areas of psychology</vt:lpstr>
      <vt:lpstr>The relationship between psychology and other disciplines </vt:lpstr>
      <vt:lpstr>Does psychology have deep connections with other fields?</vt:lpstr>
      <vt:lpstr>Some examples</vt:lpstr>
      <vt:lpstr>The scientific study of human behaviour</vt:lpstr>
      <vt:lpstr>Major features of a science</vt:lpstr>
      <vt:lpstr>What makes psychology a science?</vt:lpstr>
      <vt:lpstr>The scientific study of human behaviour</vt:lpstr>
      <vt:lpstr>Psychology, as a science, seeks to explain the complexities of the human mind through rigorous observation and experimentation.  </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  WHAT IS PSYCHOLOGY? PSYCHOLOGY AS A SCIENCE</dc:title>
  <dc:creator>Asli Niyazi</dc:creator>
  <cp:lastModifiedBy>aslı</cp:lastModifiedBy>
  <cp:revision>12</cp:revision>
  <dcterms:created xsi:type="dcterms:W3CDTF">2025-09-03T11:48:00Z</dcterms:created>
  <dcterms:modified xsi:type="dcterms:W3CDTF">2025-10-01T06:21:44Z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282044C207364B26B5AA472942B5586D_12</vt:lpwstr>
  </property>
  <property fmtid="{D5CDD505-2E9C-101B-9397-08002B2CF9AE}" pid="4" name="KSOProductBuildVer">
    <vt:lpwstr>2057-12.2.0.22549</vt:lpwstr>
  </property>
</Properties>
</file>